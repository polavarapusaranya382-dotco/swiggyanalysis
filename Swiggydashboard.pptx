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256" r:id="rId5"/>
    <p:sldId id="267" r:id="rId6"/>
    <p:sldId id="258" r:id="rId7"/>
    <p:sldId id="265" r:id="rId8"/>
    <p:sldId id="263" r:id="rId9"/>
    <p:sldId id="260" r:id="rId10"/>
    <p:sldId id="266" r:id="rId11"/>
    <p:sldId id="257" r:id="rId12"/>
    <p:sldId id="271" r:id="rId13"/>
    <p:sldId id="272" r:id="rId14"/>
    <p:sldId id="273" r:id="rId15"/>
    <p:sldId id="274" r:id="rId16"/>
    <p:sldId id="276" r:id="rId17"/>
    <p:sldId id="277" r:id="rId18"/>
    <p:sldId id="27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415ACE-104E-4E37-B356-E1407FCCB34F}" v="127" dt="2026-02-15T16:54:41.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86" y="605"/>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082" y="2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NYA POLAVARAPU" userId="5bcc5891b12c9f72" providerId="LiveId" clId="{364FE8B3-A46E-473E-81D8-63074E5C7D79}"/>
    <pc:docChg chg="undo custSel addSld delSld modSld">
      <pc:chgData name="SARANYA POLAVARAPU" userId="5bcc5891b12c9f72" providerId="LiveId" clId="{364FE8B3-A46E-473E-81D8-63074E5C7D79}" dt="2026-02-15T16:55:23.904" v="1062" actId="1076"/>
      <pc:docMkLst>
        <pc:docMk/>
      </pc:docMkLst>
      <pc:sldChg chg="addSp delSp modSp mod">
        <pc:chgData name="SARANYA POLAVARAPU" userId="5bcc5891b12c9f72" providerId="LiveId" clId="{364FE8B3-A46E-473E-81D8-63074E5C7D79}" dt="2026-02-15T16:55:23.904" v="1062" actId="1076"/>
        <pc:sldMkLst>
          <pc:docMk/>
          <pc:sldMk cId="2404352285" sldId="256"/>
        </pc:sldMkLst>
        <pc:spChg chg="del mod">
          <ac:chgData name="SARANYA POLAVARAPU" userId="5bcc5891b12c9f72" providerId="LiveId" clId="{364FE8B3-A46E-473E-81D8-63074E5C7D79}" dt="2026-02-15T16:09:25.178" v="690" actId="21"/>
          <ac:spMkLst>
            <pc:docMk/>
            <pc:sldMk cId="2404352285" sldId="256"/>
            <ac:spMk id="2" creationId="{0124F5A7-4BCE-88CA-2347-16B9E79202BF}"/>
          </ac:spMkLst>
        </pc:spChg>
        <pc:spChg chg="del mod">
          <ac:chgData name="SARANYA POLAVARAPU" userId="5bcc5891b12c9f72" providerId="LiveId" clId="{364FE8B3-A46E-473E-81D8-63074E5C7D79}" dt="2026-02-15T16:09:31.308" v="691" actId="21"/>
          <ac:spMkLst>
            <pc:docMk/>
            <pc:sldMk cId="2404352285" sldId="256"/>
            <ac:spMk id="3" creationId="{11A2A915-24CD-4D2E-2993-5789ADC9F255}"/>
          </ac:spMkLst>
        </pc:spChg>
        <pc:spChg chg="mod">
          <ac:chgData name="SARANYA POLAVARAPU" userId="5bcc5891b12c9f72" providerId="LiveId" clId="{364FE8B3-A46E-473E-81D8-63074E5C7D79}" dt="2026-02-15T16:54:27.452" v="1047" actId="1076"/>
          <ac:spMkLst>
            <pc:docMk/>
            <pc:sldMk cId="2404352285" sldId="256"/>
            <ac:spMk id="4" creationId="{BE83BBD2-7CC9-6CF3-4225-60659CCF2B89}"/>
          </ac:spMkLst>
        </pc:spChg>
        <pc:spChg chg="add del mod">
          <ac:chgData name="SARANYA POLAVARAPU" userId="5bcc5891b12c9f72" providerId="LiveId" clId="{364FE8B3-A46E-473E-81D8-63074E5C7D79}" dt="2026-02-15T13:37:00.603" v="68" actId="21"/>
          <ac:spMkLst>
            <pc:docMk/>
            <pc:sldMk cId="2404352285" sldId="256"/>
            <ac:spMk id="6" creationId="{13F7D431-7206-B137-C584-7F379F7AFF13}"/>
          </ac:spMkLst>
        </pc:spChg>
        <pc:spChg chg="add mod">
          <ac:chgData name="SARANYA POLAVARAPU" userId="5bcc5891b12c9f72" providerId="LiveId" clId="{364FE8B3-A46E-473E-81D8-63074E5C7D79}" dt="2026-02-15T16:55:23.904" v="1062" actId="1076"/>
          <ac:spMkLst>
            <pc:docMk/>
            <pc:sldMk cId="2404352285" sldId="256"/>
            <ac:spMk id="7" creationId="{797ED932-5DEE-4F2D-2794-3121AE849F0D}"/>
          </ac:spMkLst>
        </pc:spChg>
        <pc:picChg chg="del">
          <ac:chgData name="SARANYA POLAVARAPU" userId="5bcc5891b12c9f72" providerId="LiveId" clId="{364FE8B3-A46E-473E-81D8-63074E5C7D79}" dt="2026-02-15T13:36:53.218" v="67" actId="478"/>
          <ac:picMkLst>
            <pc:docMk/>
            <pc:sldMk cId="2404352285" sldId="256"/>
            <ac:picMk id="12" creationId="{B3E07CBA-D814-7D3C-4D62-FA15A2613EB7}"/>
          </ac:picMkLst>
        </pc:picChg>
        <pc:picChg chg="add del mod">
          <ac:chgData name="SARANYA POLAVARAPU" userId="5bcc5891b12c9f72" providerId="LiveId" clId="{364FE8B3-A46E-473E-81D8-63074E5C7D79}" dt="2026-02-15T13:38:09.231" v="72" actId="1076"/>
          <ac:picMkLst>
            <pc:docMk/>
            <pc:sldMk cId="2404352285" sldId="256"/>
            <ac:picMk id="76" creationId="{5CC4AE62-CFEB-2FE5-E607-B4B22BF0B018}"/>
          </ac:picMkLst>
        </pc:picChg>
      </pc:sldChg>
      <pc:sldChg chg="addSp delSp modSp mod modClrScheme chgLayout">
        <pc:chgData name="SARANYA POLAVARAPU" userId="5bcc5891b12c9f72" providerId="LiveId" clId="{364FE8B3-A46E-473E-81D8-63074E5C7D79}" dt="2026-02-15T16:02:53.278" v="656" actId="20577"/>
        <pc:sldMkLst>
          <pc:docMk/>
          <pc:sldMk cId="673588405" sldId="257"/>
        </pc:sldMkLst>
        <pc:spChg chg="del">
          <ac:chgData name="SARANYA POLAVARAPU" userId="5bcc5891b12c9f72" providerId="LiveId" clId="{364FE8B3-A46E-473E-81D8-63074E5C7D79}" dt="2026-02-15T15:53:53.589" v="568" actId="21"/>
          <ac:spMkLst>
            <pc:docMk/>
            <pc:sldMk cId="673588405" sldId="257"/>
            <ac:spMk id="2" creationId="{3E3216B9-7CE0-E821-2349-D00B35D733B4}"/>
          </ac:spMkLst>
        </pc:spChg>
        <pc:spChg chg="add del mod">
          <ac:chgData name="SARANYA POLAVARAPU" userId="5bcc5891b12c9f72" providerId="LiveId" clId="{364FE8B3-A46E-473E-81D8-63074E5C7D79}" dt="2026-02-15T15:53:49.544" v="567" actId="21"/>
          <ac:spMkLst>
            <pc:docMk/>
            <pc:sldMk cId="673588405" sldId="257"/>
            <ac:spMk id="4" creationId="{416C45F3-5526-9868-050B-9BE40E2F95A8}"/>
          </ac:spMkLst>
        </pc:spChg>
        <pc:spChg chg="add del mod">
          <ac:chgData name="SARANYA POLAVARAPU" userId="5bcc5891b12c9f72" providerId="LiveId" clId="{364FE8B3-A46E-473E-81D8-63074E5C7D79}" dt="2026-02-15T15:53:57.227" v="569" actId="21"/>
          <ac:spMkLst>
            <pc:docMk/>
            <pc:sldMk cId="673588405" sldId="257"/>
            <ac:spMk id="6" creationId="{F226952A-04F0-3B5C-99F5-7214DAF4C6CA}"/>
          </ac:spMkLst>
        </pc:spChg>
        <pc:spChg chg="add del mod">
          <ac:chgData name="SARANYA POLAVARAPU" userId="5bcc5891b12c9f72" providerId="LiveId" clId="{364FE8B3-A46E-473E-81D8-63074E5C7D79}" dt="2026-02-15T15:54:13.295" v="571" actId="21"/>
          <ac:spMkLst>
            <pc:docMk/>
            <pc:sldMk cId="673588405" sldId="257"/>
            <ac:spMk id="8" creationId="{7B56846C-27BB-15C1-375F-D10ADFF42729}"/>
          </ac:spMkLst>
        </pc:spChg>
        <pc:spChg chg="add del mod">
          <ac:chgData name="SARANYA POLAVARAPU" userId="5bcc5891b12c9f72" providerId="LiveId" clId="{364FE8B3-A46E-473E-81D8-63074E5C7D79}" dt="2026-02-15T15:55:10.128" v="576" actId="21"/>
          <ac:spMkLst>
            <pc:docMk/>
            <pc:sldMk cId="673588405" sldId="257"/>
            <ac:spMk id="9" creationId="{4A7269F5-18D4-F51D-D117-FCFA5622D261}"/>
          </ac:spMkLst>
        </pc:spChg>
        <pc:spChg chg="add del mod ord">
          <ac:chgData name="SARANYA POLAVARAPU" userId="5bcc5891b12c9f72" providerId="LiveId" clId="{364FE8B3-A46E-473E-81D8-63074E5C7D79}" dt="2026-02-15T15:58:32" v="589" actId="21"/>
          <ac:spMkLst>
            <pc:docMk/>
            <pc:sldMk cId="673588405" sldId="257"/>
            <ac:spMk id="11" creationId="{80756818-F509-0B24-3DFC-A78865695909}"/>
          </ac:spMkLst>
        </pc:spChg>
        <pc:spChg chg="add del mod ord">
          <ac:chgData name="SARANYA POLAVARAPU" userId="5bcc5891b12c9f72" providerId="LiveId" clId="{364FE8B3-A46E-473E-81D8-63074E5C7D79}" dt="2026-02-15T15:58:39.046" v="591" actId="21"/>
          <ac:spMkLst>
            <pc:docMk/>
            <pc:sldMk cId="673588405" sldId="257"/>
            <ac:spMk id="12" creationId="{E50739DE-A2EA-196B-0F33-D85CF65A0239}"/>
          </ac:spMkLst>
        </pc:spChg>
        <pc:spChg chg="add del mod ord">
          <ac:chgData name="SARANYA POLAVARAPU" userId="5bcc5891b12c9f72" providerId="LiveId" clId="{364FE8B3-A46E-473E-81D8-63074E5C7D79}" dt="2026-02-15T15:58:36.451" v="590" actId="21"/>
          <ac:spMkLst>
            <pc:docMk/>
            <pc:sldMk cId="673588405" sldId="257"/>
            <ac:spMk id="13" creationId="{2E3B1B53-9BA9-AC90-752D-342ED02C77C1}"/>
          </ac:spMkLst>
        </pc:spChg>
        <pc:spChg chg="add del mod ord">
          <ac:chgData name="SARANYA POLAVARAPU" userId="5bcc5891b12c9f72" providerId="LiveId" clId="{364FE8B3-A46E-473E-81D8-63074E5C7D79}" dt="2026-02-15T15:58:28.009" v="588" actId="21"/>
          <ac:spMkLst>
            <pc:docMk/>
            <pc:sldMk cId="673588405" sldId="257"/>
            <ac:spMk id="14" creationId="{7F1679E9-2445-5084-5FE2-C38EF698B1A5}"/>
          </ac:spMkLst>
        </pc:spChg>
        <pc:spChg chg="add mod">
          <ac:chgData name="SARANYA POLAVARAPU" userId="5bcc5891b12c9f72" providerId="LiveId" clId="{364FE8B3-A46E-473E-81D8-63074E5C7D79}" dt="2026-02-15T16:00:51.872" v="599" actId="1076"/>
          <ac:spMkLst>
            <pc:docMk/>
            <pc:sldMk cId="673588405" sldId="257"/>
            <ac:spMk id="15" creationId="{A170F00D-4734-1DE4-AC46-C7C76E74829A}"/>
          </ac:spMkLst>
        </pc:spChg>
        <pc:spChg chg="add mod">
          <ac:chgData name="SARANYA POLAVARAPU" userId="5bcc5891b12c9f72" providerId="LiveId" clId="{364FE8B3-A46E-473E-81D8-63074E5C7D79}" dt="2026-02-15T16:02:53.278" v="656" actId="20577"/>
          <ac:spMkLst>
            <pc:docMk/>
            <pc:sldMk cId="673588405" sldId="257"/>
            <ac:spMk id="16" creationId="{CAA3FDB4-1983-9BEF-131D-021953E2F989}"/>
          </ac:spMkLst>
        </pc:spChg>
        <pc:spChg chg="del">
          <ac:chgData name="SARANYA POLAVARAPU" userId="5bcc5891b12c9f72" providerId="LiveId" clId="{364FE8B3-A46E-473E-81D8-63074E5C7D79}" dt="2026-02-15T15:54:05.613" v="570" actId="21"/>
          <ac:spMkLst>
            <pc:docMk/>
            <pc:sldMk cId="673588405" sldId="257"/>
            <ac:spMk id="39" creationId="{9782C846-E8D4-3E14-ED79-585646B96252}"/>
          </ac:spMkLst>
        </pc:spChg>
        <pc:graphicFrameChg chg="add mod">
          <ac:chgData name="SARANYA POLAVARAPU" userId="5bcc5891b12c9f72" providerId="LiveId" clId="{364FE8B3-A46E-473E-81D8-63074E5C7D79}" dt="2026-02-15T15:58:43.909" v="592" actId="1076"/>
          <ac:graphicFrameMkLst>
            <pc:docMk/>
            <pc:sldMk cId="673588405" sldId="257"/>
            <ac:graphicFrameMk id="10" creationId="{579F5BC7-CEE8-E0A9-61A4-27DD2353D96E}"/>
          </ac:graphicFrameMkLst>
        </pc:graphicFrameChg>
        <pc:picChg chg="del">
          <ac:chgData name="SARANYA POLAVARAPU" userId="5bcc5891b12c9f72" providerId="LiveId" clId="{364FE8B3-A46E-473E-81D8-63074E5C7D79}" dt="2026-02-15T15:53:45.124" v="566" actId="21"/>
          <ac:picMkLst>
            <pc:docMk/>
            <pc:sldMk cId="673588405" sldId="257"/>
            <ac:picMk id="49" creationId="{01D776C5-7456-524D-BDA8-D3613EC750B2}"/>
          </ac:picMkLst>
        </pc:picChg>
      </pc:sldChg>
      <pc:sldChg chg="addSp delSp modSp mod">
        <pc:chgData name="SARANYA POLAVARAPU" userId="5bcc5891b12c9f72" providerId="LiveId" clId="{364FE8B3-A46E-473E-81D8-63074E5C7D79}" dt="2026-02-15T15:18:56.937" v="404"/>
        <pc:sldMkLst>
          <pc:docMk/>
          <pc:sldMk cId="2588810138" sldId="258"/>
        </pc:sldMkLst>
        <pc:spChg chg="del mod">
          <ac:chgData name="SARANYA POLAVARAPU" userId="5bcc5891b12c9f72" providerId="LiveId" clId="{364FE8B3-A46E-473E-81D8-63074E5C7D79}" dt="2026-02-15T15:07:46.025" v="275" actId="21"/>
          <ac:spMkLst>
            <pc:docMk/>
            <pc:sldMk cId="2588810138" sldId="258"/>
            <ac:spMk id="3" creationId="{C2BAE65A-73F2-D81E-54F4-23CBCE5B8AEF}"/>
          </ac:spMkLst>
        </pc:spChg>
        <pc:spChg chg="add del mod">
          <ac:chgData name="SARANYA POLAVARAPU" userId="5bcc5891b12c9f72" providerId="LiveId" clId="{364FE8B3-A46E-473E-81D8-63074E5C7D79}" dt="2026-02-15T15:06:22.550" v="227" actId="478"/>
          <ac:spMkLst>
            <pc:docMk/>
            <pc:sldMk cId="2588810138" sldId="258"/>
            <ac:spMk id="4" creationId="{48CD4B0D-B14F-67BD-4FC1-DD047839B95D}"/>
          </ac:spMkLst>
        </pc:spChg>
        <pc:spChg chg="add del mod">
          <ac:chgData name="SARANYA POLAVARAPU" userId="5bcc5891b12c9f72" providerId="LiveId" clId="{364FE8B3-A46E-473E-81D8-63074E5C7D79}" dt="2026-02-15T15:06:21.555" v="226" actId="478"/>
          <ac:spMkLst>
            <pc:docMk/>
            <pc:sldMk cId="2588810138" sldId="258"/>
            <ac:spMk id="6" creationId="{F7A7A820-B609-4B2F-A2AF-97B19965518F}"/>
          </ac:spMkLst>
        </pc:spChg>
        <pc:spChg chg="add del mod">
          <ac:chgData name="SARANYA POLAVARAPU" userId="5bcc5891b12c9f72" providerId="LiveId" clId="{364FE8B3-A46E-473E-81D8-63074E5C7D79}" dt="2026-02-15T15:07:50.978" v="276" actId="21"/>
          <ac:spMkLst>
            <pc:docMk/>
            <pc:sldMk cId="2588810138" sldId="258"/>
            <ac:spMk id="8" creationId="{773540A1-6DC0-7DB6-C905-6DC8C56AF935}"/>
          </ac:spMkLst>
        </pc:spChg>
        <pc:spChg chg="del mod">
          <ac:chgData name="SARANYA POLAVARAPU" userId="5bcc5891b12c9f72" providerId="LiveId" clId="{364FE8B3-A46E-473E-81D8-63074E5C7D79}" dt="2026-02-15T15:07:19.122" v="273" actId="478"/>
          <ac:spMkLst>
            <pc:docMk/>
            <pc:sldMk cId="2588810138" sldId="258"/>
            <ac:spMk id="10" creationId="{6324D860-D998-D081-3CBD-D4F52C774992}"/>
          </ac:spMkLst>
        </pc:spChg>
        <pc:spChg chg="add del mod">
          <ac:chgData name="SARANYA POLAVARAPU" userId="5bcc5891b12c9f72" providerId="LiveId" clId="{364FE8B3-A46E-473E-81D8-63074E5C7D79}" dt="2026-02-15T15:07:53.914" v="277" actId="21"/>
          <ac:spMkLst>
            <pc:docMk/>
            <pc:sldMk cId="2588810138" sldId="258"/>
            <ac:spMk id="11" creationId="{04DF22EA-736A-D10C-2CC1-06EF119C67A8}"/>
          </ac:spMkLst>
        </pc:spChg>
        <pc:spChg chg="add del mod">
          <ac:chgData name="SARANYA POLAVARAPU" userId="5bcc5891b12c9f72" providerId="LiveId" clId="{364FE8B3-A46E-473E-81D8-63074E5C7D79}" dt="2026-02-15T15:12:14.930" v="338" actId="21"/>
          <ac:spMkLst>
            <pc:docMk/>
            <pc:sldMk cId="2588810138" sldId="258"/>
            <ac:spMk id="14" creationId="{BF0389A4-1BEB-2D38-A042-B94111C27C2C}"/>
          </ac:spMkLst>
        </pc:spChg>
        <pc:spChg chg="add mod">
          <ac:chgData name="SARANYA POLAVARAPU" userId="5bcc5891b12c9f72" providerId="LiveId" clId="{364FE8B3-A46E-473E-81D8-63074E5C7D79}" dt="2026-02-15T15:14:43.359" v="355" actId="1076"/>
          <ac:spMkLst>
            <pc:docMk/>
            <pc:sldMk cId="2588810138" sldId="258"/>
            <ac:spMk id="16" creationId="{B1C26C6C-02CB-342E-8C54-9823072E82C4}"/>
          </ac:spMkLst>
        </pc:spChg>
        <pc:spChg chg="add del mod">
          <ac:chgData name="SARANYA POLAVARAPU" userId="5bcc5891b12c9f72" providerId="LiveId" clId="{364FE8B3-A46E-473E-81D8-63074E5C7D79}" dt="2026-02-15T15:12:10.437" v="337" actId="21"/>
          <ac:spMkLst>
            <pc:docMk/>
            <pc:sldMk cId="2588810138" sldId="258"/>
            <ac:spMk id="18" creationId="{7908F04D-2B81-8833-CA15-198ADB035C53}"/>
          </ac:spMkLst>
        </pc:spChg>
        <pc:spChg chg="add mod">
          <ac:chgData name="SARANYA POLAVARAPU" userId="5bcc5891b12c9f72" providerId="LiveId" clId="{364FE8B3-A46E-473E-81D8-63074E5C7D79}" dt="2026-02-15T15:16:28.945" v="392" actId="14100"/>
          <ac:spMkLst>
            <pc:docMk/>
            <pc:sldMk cId="2588810138" sldId="258"/>
            <ac:spMk id="22" creationId="{4413DBB5-870B-7177-A39D-FD83323B4104}"/>
          </ac:spMkLst>
        </pc:spChg>
        <pc:spChg chg="del">
          <ac:chgData name="SARANYA POLAVARAPU" userId="5bcc5891b12c9f72" providerId="LiveId" clId="{364FE8B3-A46E-473E-81D8-63074E5C7D79}" dt="2026-02-15T15:07:28.273" v="274" actId="21"/>
          <ac:spMkLst>
            <pc:docMk/>
            <pc:sldMk cId="2588810138" sldId="258"/>
            <ac:spMk id="43" creationId="{9790D562-215E-F6EC-2C47-209B6877FCDA}"/>
          </ac:spMkLst>
        </pc:spChg>
        <pc:spChg chg="del mod">
          <ac:chgData name="SARANYA POLAVARAPU" userId="5bcc5891b12c9f72" providerId="LiveId" clId="{364FE8B3-A46E-473E-81D8-63074E5C7D79}" dt="2026-02-15T15:12:20.210" v="339" actId="21"/>
          <ac:spMkLst>
            <pc:docMk/>
            <pc:sldMk cId="2588810138" sldId="258"/>
            <ac:spMk id="50" creationId="{45C71905-84AB-FC70-EFA7-A83872DC666F}"/>
          </ac:spMkLst>
        </pc:spChg>
        <pc:graphicFrameChg chg="add del mod">
          <ac:chgData name="SARANYA POLAVARAPU" userId="5bcc5891b12c9f72" providerId="LiveId" clId="{364FE8B3-A46E-473E-81D8-63074E5C7D79}" dt="2026-02-15T15:10:18.827" v="284" actId="478"/>
          <ac:graphicFrameMkLst>
            <pc:docMk/>
            <pc:sldMk cId="2588810138" sldId="258"/>
            <ac:graphicFrameMk id="19" creationId="{51FCDC65-B4A2-A708-861D-102955C68C79}"/>
          </ac:graphicFrameMkLst>
        </pc:graphicFrameChg>
        <pc:graphicFrameChg chg="add mod">
          <ac:chgData name="SARANYA POLAVARAPU" userId="5bcc5891b12c9f72" providerId="LiveId" clId="{364FE8B3-A46E-473E-81D8-63074E5C7D79}" dt="2026-02-15T15:18:56.937" v="404"/>
          <ac:graphicFrameMkLst>
            <pc:docMk/>
            <pc:sldMk cId="2588810138" sldId="258"/>
            <ac:graphicFrameMk id="21" creationId="{0C6FBB87-2A5A-FBBC-8399-E124CC3A5AA1}"/>
          </ac:graphicFrameMkLst>
        </pc:graphicFrameChg>
        <pc:picChg chg="add del">
          <ac:chgData name="SARANYA POLAVARAPU" userId="5bcc5891b12c9f72" providerId="LiveId" clId="{364FE8B3-A46E-473E-81D8-63074E5C7D79}" dt="2026-02-15T15:06:25.506" v="228" actId="478"/>
          <ac:picMkLst>
            <pc:docMk/>
            <pc:sldMk cId="2588810138" sldId="258"/>
            <ac:picMk id="12" creationId="{721AB3BC-0B5B-01E9-D1FC-00CA0691997B}"/>
          </ac:picMkLst>
        </pc:picChg>
        <pc:picChg chg="add del">
          <ac:chgData name="SARANYA POLAVARAPU" userId="5bcc5891b12c9f72" providerId="LiveId" clId="{364FE8B3-A46E-473E-81D8-63074E5C7D79}" dt="2026-02-15T15:06:26.446" v="229" actId="478"/>
          <ac:picMkLst>
            <pc:docMk/>
            <pc:sldMk cId="2588810138" sldId="258"/>
            <ac:picMk id="26" creationId="{6D7B95FB-2348-7ED6-4CB3-DE08C8FC1C1B}"/>
          </ac:picMkLst>
        </pc:picChg>
      </pc:sldChg>
      <pc:sldChg chg="addSp delSp modSp mod">
        <pc:chgData name="SARANYA POLAVARAPU" userId="5bcc5891b12c9f72" providerId="LiveId" clId="{364FE8B3-A46E-473E-81D8-63074E5C7D79}" dt="2026-02-15T15:33:05.825" v="505" actId="20577"/>
        <pc:sldMkLst>
          <pc:docMk/>
          <pc:sldMk cId="3045373788" sldId="260"/>
        </pc:sldMkLst>
        <pc:spChg chg="del">
          <ac:chgData name="SARANYA POLAVARAPU" userId="5bcc5891b12c9f72" providerId="LiveId" clId="{364FE8B3-A46E-473E-81D8-63074E5C7D79}" dt="2026-02-15T15:30:38.593" v="486" actId="21"/>
          <ac:spMkLst>
            <pc:docMk/>
            <pc:sldMk cId="3045373788" sldId="260"/>
            <ac:spMk id="2" creationId="{3E3216B9-7CE0-E821-2349-D00B35D733B4}"/>
          </ac:spMkLst>
        </pc:spChg>
        <pc:spChg chg="del">
          <ac:chgData name="SARANYA POLAVARAPU" userId="5bcc5891b12c9f72" providerId="LiveId" clId="{364FE8B3-A46E-473E-81D8-63074E5C7D79}" dt="2026-02-15T15:30:31.511" v="484" actId="21"/>
          <ac:spMkLst>
            <pc:docMk/>
            <pc:sldMk cId="3045373788" sldId="260"/>
            <ac:spMk id="3" creationId="{4C93286D-87A8-02C9-C724-A90427EC1B2E}"/>
          </ac:spMkLst>
        </pc:spChg>
        <pc:spChg chg="add del mod">
          <ac:chgData name="SARANYA POLAVARAPU" userId="5bcc5891b12c9f72" providerId="LiveId" clId="{364FE8B3-A46E-473E-81D8-63074E5C7D79}" dt="2026-02-15T15:28:24.986" v="470" actId="21"/>
          <ac:spMkLst>
            <pc:docMk/>
            <pc:sldMk cId="3045373788" sldId="260"/>
            <ac:spMk id="7" creationId="{75C5F2AC-5B2B-01BD-9804-9D06D3D27ACC}"/>
          </ac:spMkLst>
        </pc:spChg>
        <pc:spChg chg="add del mod">
          <ac:chgData name="SARANYA POLAVARAPU" userId="5bcc5891b12c9f72" providerId="LiveId" clId="{364FE8B3-A46E-473E-81D8-63074E5C7D79}" dt="2026-02-15T15:30:34.792" v="485" actId="21"/>
          <ac:spMkLst>
            <pc:docMk/>
            <pc:sldMk cId="3045373788" sldId="260"/>
            <ac:spMk id="10" creationId="{41467A86-BC13-91AC-A93F-1BD1806FFEFC}"/>
          </ac:spMkLst>
        </pc:spChg>
        <pc:spChg chg="add del mod">
          <ac:chgData name="SARANYA POLAVARAPU" userId="5bcc5891b12c9f72" providerId="LiveId" clId="{364FE8B3-A46E-473E-81D8-63074E5C7D79}" dt="2026-02-15T15:31:22.911" v="490" actId="21"/>
          <ac:spMkLst>
            <pc:docMk/>
            <pc:sldMk cId="3045373788" sldId="260"/>
            <ac:spMk id="13" creationId="{D872524E-66F4-15DE-3869-C16E6555A918}"/>
          </ac:spMkLst>
        </pc:spChg>
        <pc:spChg chg="add del mod">
          <ac:chgData name="SARANYA POLAVARAPU" userId="5bcc5891b12c9f72" providerId="LiveId" clId="{364FE8B3-A46E-473E-81D8-63074E5C7D79}" dt="2026-02-15T15:31:28.329" v="491" actId="21"/>
          <ac:spMkLst>
            <pc:docMk/>
            <pc:sldMk cId="3045373788" sldId="260"/>
            <ac:spMk id="15" creationId="{9757D491-F919-5AE0-92B2-0E85118A0D1B}"/>
          </ac:spMkLst>
        </pc:spChg>
        <pc:spChg chg="add mod">
          <ac:chgData name="SARANYA POLAVARAPU" userId="5bcc5891b12c9f72" providerId="LiveId" clId="{364FE8B3-A46E-473E-81D8-63074E5C7D79}" dt="2026-02-15T15:32:32.811" v="501" actId="1076"/>
          <ac:spMkLst>
            <pc:docMk/>
            <pc:sldMk cId="3045373788" sldId="260"/>
            <ac:spMk id="16" creationId="{8B617669-20E1-9EF3-A6F7-D4BE73FDD482}"/>
          </ac:spMkLst>
        </pc:spChg>
        <pc:spChg chg="add mod">
          <ac:chgData name="SARANYA POLAVARAPU" userId="5bcc5891b12c9f72" providerId="LiveId" clId="{364FE8B3-A46E-473E-81D8-63074E5C7D79}" dt="2026-02-15T15:31:37.243" v="493"/>
          <ac:spMkLst>
            <pc:docMk/>
            <pc:sldMk cId="3045373788" sldId="260"/>
            <ac:spMk id="17" creationId="{9757D491-F919-5AE0-92B2-0E85118A0D1B}"/>
          </ac:spMkLst>
        </pc:spChg>
        <pc:spChg chg="add mod">
          <ac:chgData name="SARANYA POLAVARAPU" userId="5bcc5891b12c9f72" providerId="LiveId" clId="{364FE8B3-A46E-473E-81D8-63074E5C7D79}" dt="2026-02-15T15:33:05.825" v="505" actId="20577"/>
          <ac:spMkLst>
            <pc:docMk/>
            <pc:sldMk cId="3045373788" sldId="260"/>
            <ac:spMk id="18" creationId="{47A662F5-0F1A-AD2E-CE1A-4614FA5D9C4B}"/>
          </ac:spMkLst>
        </pc:spChg>
        <pc:graphicFrameChg chg="add mod">
          <ac:chgData name="SARANYA POLAVARAPU" userId="5bcc5891b12c9f72" providerId="LiveId" clId="{364FE8B3-A46E-473E-81D8-63074E5C7D79}" dt="2026-02-15T15:30:24.512" v="483" actId="255"/>
          <ac:graphicFrameMkLst>
            <pc:docMk/>
            <pc:sldMk cId="3045373788" sldId="260"/>
            <ac:graphicFrameMk id="8" creationId="{A380BF33-6914-D246-8F69-8E3358066D5B}"/>
          </ac:graphicFrameMkLst>
        </pc:graphicFrameChg>
        <pc:picChg chg="mod">
          <ac:chgData name="SARANYA POLAVARAPU" userId="5bcc5891b12c9f72" providerId="LiveId" clId="{364FE8B3-A46E-473E-81D8-63074E5C7D79}" dt="2026-02-15T15:32:27.151" v="500" actId="1076"/>
          <ac:picMkLst>
            <pc:docMk/>
            <pc:sldMk cId="3045373788" sldId="260"/>
            <ac:picMk id="5" creationId="{2E24927A-4FA9-F8F6-FB43-06DDD04A18EB}"/>
          </ac:picMkLst>
        </pc:picChg>
        <pc:picChg chg="del">
          <ac:chgData name="SARANYA POLAVARAPU" userId="5bcc5891b12c9f72" providerId="LiveId" clId="{364FE8B3-A46E-473E-81D8-63074E5C7D79}" dt="2026-02-15T15:28:21.656" v="469" actId="21"/>
          <ac:picMkLst>
            <pc:docMk/>
            <pc:sldMk cId="3045373788" sldId="260"/>
            <ac:picMk id="11" creationId="{8AFEC5C7-DCA1-E6AF-89A5-82A56E749425}"/>
          </ac:picMkLst>
        </pc:picChg>
      </pc:sldChg>
      <pc:sldChg chg="addSp delSp modSp mod">
        <pc:chgData name="SARANYA POLAVARAPU" userId="5bcc5891b12c9f72" providerId="LiveId" clId="{364FE8B3-A46E-473E-81D8-63074E5C7D79}" dt="2026-02-15T15:29:49.322" v="476" actId="113"/>
        <pc:sldMkLst>
          <pc:docMk/>
          <pc:sldMk cId="831209869" sldId="263"/>
        </pc:sldMkLst>
        <pc:spChg chg="del">
          <ac:chgData name="SARANYA POLAVARAPU" userId="5bcc5891b12c9f72" providerId="LiveId" clId="{364FE8B3-A46E-473E-81D8-63074E5C7D79}" dt="2026-02-15T15:22:57.929" v="434" actId="21"/>
          <ac:spMkLst>
            <pc:docMk/>
            <pc:sldMk cId="831209869" sldId="263"/>
            <ac:spMk id="3" creationId="{51339DBA-EFCC-A706-814A-FFD9F7AFA5C9}"/>
          </ac:spMkLst>
        </pc:spChg>
        <pc:spChg chg="add del mod">
          <ac:chgData name="SARANYA POLAVARAPU" userId="5bcc5891b12c9f72" providerId="LiveId" clId="{364FE8B3-A46E-473E-81D8-63074E5C7D79}" dt="2026-02-15T15:21:59.267" v="422" actId="21"/>
          <ac:spMkLst>
            <pc:docMk/>
            <pc:sldMk cId="831209869" sldId="263"/>
            <ac:spMk id="4" creationId="{87B88A6F-F113-1289-302F-995D80E155DA}"/>
          </ac:spMkLst>
        </pc:spChg>
        <pc:spChg chg="add del mod">
          <ac:chgData name="SARANYA POLAVARAPU" userId="5bcc5891b12c9f72" providerId="LiveId" clId="{364FE8B3-A46E-473E-81D8-63074E5C7D79}" dt="2026-02-15T15:22:05.712" v="424" actId="21"/>
          <ac:spMkLst>
            <pc:docMk/>
            <pc:sldMk cId="831209869" sldId="263"/>
            <ac:spMk id="6" creationId="{FA6D4E45-6B55-13E2-E308-EAEE3644785B}"/>
          </ac:spMkLst>
        </pc:spChg>
        <pc:spChg chg="add del mod">
          <ac:chgData name="SARANYA POLAVARAPU" userId="5bcc5891b12c9f72" providerId="LiveId" clId="{364FE8B3-A46E-473E-81D8-63074E5C7D79}" dt="2026-02-15T15:22:23.004" v="426" actId="21"/>
          <ac:spMkLst>
            <pc:docMk/>
            <pc:sldMk cId="831209869" sldId="263"/>
            <ac:spMk id="8" creationId="{1C9FA331-2AEC-525F-5720-BAC0456DBD6E}"/>
          </ac:spMkLst>
        </pc:spChg>
        <pc:spChg chg="add del mod">
          <ac:chgData name="SARANYA POLAVARAPU" userId="5bcc5891b12c9f72" providerId="LiveId" clId="{364FE8B3-A46E-473E-81D8-63074E5C7D79}" dt="2026-02-15T15:22:31.599" v="428" actId="21"/>
          <ac:spMkLst>
            <pc:docMk/>
            <pc:sldMk cId="831209869" sldId="263"/>
            <ac:spMk id="11" creationId="{BA8CEAC2-8D69-677F-3436-5C2C9496B5EC}"/>
          </ac:spMkLst>
        </pc:spChg>
        <pc:spChg chg="del">
          <ac:chgData name="SARANYA POLAVARAPU" userId="5bcc5891b12c9f72" providerId="LiveId" clId="{364FE8B3-A46E-473E-81D8-63074E5C7D79}" dt="2026-02-15T15:22:47.081" v="432" actId="21"/>
          <ac:spMkLst>
            <pc:docMk/>
            <pc:sldMk cId="831209869" sldId="263"/>
            <ac:spMk id="12" creationId="{8C26F32C-9257-E9F7-940B-584FB16508A1}"/>
          </ac:spMkLst>
        </pc:spChg>
        <pc:spChg chg="del">
          <ac:chgData name="SARANYA POLAVARAPU" userId="5bcc5891b12c9f72" providerId="LiveId" clId="{364FE8B3-A46E-473E-81D8-63074E5C7D79}" dt="2026-02-15T15:22:35.415" v="429" actId="21"/>
          <ac:spMkLst>
            <pc:docMk/>
            <pc:sldMk cId="831209869" sldId="263"/>
            <ac:spMk id="13" creationId="{341E8C37-AFF3-C37B-8A9C-28C6F2708CDC}"/>
          </ac:spMkLst>
        </pc:spChg>
        <pc:spChg chg="del">
          <ac:chgData name="SARANYA POLAVARAPU" userId="5bcc5891b12c9f72" providerId="LiveId" clId="{364FE8B3-A46E-473E-81D8-63074E5C7D79}" dt="2026-02-15T15:22:27.559" v="427" actId="21"/>
          <ac:spMkLst>
            <pc:docMk/>
            <pc:sldMk cId="831209869" sldId="263"/>
            <ac:spMk id="14" creationId="{364EA340-C75A-C4CF-9319-18189E3557C4}"/>
          </ac:spMkLst>
        </pc:spChg>
        <pc:spChg chg="add del mod">
          <ac:chgData name="SARANYA POLAVARAPU" userId="5bcc5891b12c9f72" providerId="LiveId" clId="{364FE8B3-A46E-473E-81D8-63074E5C7D79}" dt="2026-02-15T15:22:39.806" v="430" actId="21"/>
          <ac:spMkLst>
            <pc:docMk/>
            <pc:sldMk cId="831209869" sldId="263"/>
            <ac:spMk id="18" creationId="{C9626AB2-9615-1F01-CA05-4F40272948DF}"/>
          </ac:spMkLst>
        </pc:spChg>
        <pc:spChg chg="add mod">
          <ac:chgData name="SARANYA POLAVARAPU" userId="5bcc5891b12c9f72" providerId="LiveId" clId="{364FE8B3-A46E-473E-81D8-63074E5C7D79}" dt="2026-02-15T15:27:36.475" v="465" actId="20577"/>
          <ac:spMkLst>
            <pc:docMk/>
            <pc:sldMk cId="831209869" sldId="263"/>
            <ac:spMk id="20" creationId="{2CC1B7EC-34A3-B9BB-5D5C-6F12ADB83E27}"/>
          </ac:spMkLst>
        </pc:spChg>
        <pc:spChg chg="add del mod">
          <ac:chgData name="SARANYA POLAVARAPU" userId="5bcc5891b12c9f72" providerId="LiveId" clId="{364FE8B3-A46E-473E-81D8-63074E5C7D79}" dt="2026-02-15T15:22:49.953" v="433" actId="21"/>
          <ac:spMkLst>
            <pc:docMk/>
            <pc:sldMk cId="831209869" sldId="263"/>
            <ac:spMk id="22" creationId="{D5107F91-6D9B-D943-7EF4-81B285AFB848}"/>
          </ac:spMkLst>
        </pc:spChg>
        <pc:spChg chg="add mod">
          <ac:chgData name="SARANYA POLAVARAPU" userId="5bcc5891b12c9f72" providerId="LiveId" clId="{364FE8B3-A46E-473E-81D8-63074E5C7D79}" dt="2026-02-15T15:23:54.588" v="442" actId="1076"/>
          <ac:spMkLst>
            <pc:docMk/>
            <pc:sldMk cId="831209869" sldId="263"/>
            <ac:spMk id="24" creationId="{8EC1FA9F-C480-FB88-E58F-BAF1EA9C02FF}"/>
          </ac:spMkLst>
        </pc:spChg>
        <pc:spChg chg="add del mod">
          <ac:chgData name="SARANYA POLAVARAPU" userId="5bcc5891b12c9f72" providerId="LiveId" clId="{364FE8B3-A46E-473E-81D8-63074E5C7D79}" dt="2026-02-15T15:23:59.735" v="443" actId="21"/>
          <ac:spMkLst>
            <pc:docMk/>
            <pc:sldMk cId="831209869" sldId="263"/>
            <ac:spMk id="26" creationId="{B9708665-CB46-0B7C-0968-439E57A0644C}"/>
          </ac:spMkLst>
        </pc:spChg>
        <pc:spChg chg="del">
          <ac:chgData name="SARANYA POLAVARAPU" userId="5bcc5891b12c9f72" providerId="LiveId" clId="{364FE8B3-A46E-473E-81D8-63074E5C7D79}" dt="2026-02-15T15:22:43.179" v="431" actId="21"/>
          <ac:spMkLst>
            <pc:docMk/>
            <pc:sldMk cId="831209869" sldId="263"/>
            <ac:spMk id="36" creationId="{7AA1BE29-80C8-81A7-099E-B2322E3BED3F}"/>
          </ac:spMkLst>
        </pc:spChg>
        <pc:spChg chg="del">
          <ac:chgData name="SARANYA POLAVARAPU" userId="5bcc5891b12c9f72" providerId="LiveId" clId="{364FE8B3-A46E-473E-81D8-63074E5C7D79}" dt="2026-02-15T15:23:15.344" v="436" actId="21"/>
          <ac:spMkLst>
            <pc:docMk/>
            <pc:sldMk cId="831209869" sldId="263"/>
            <ac:spMk id="37" creationId="{C901DB77-B473-6DF3-BE47-091641DF6A70}"/>
          </ac:spMkLst>
        </pc:spChg>
        <pc:graphicFrameChg chg="add mod">
          <ac:chgData name="SARANYA POLAVARAPU" userId="5bcc5891b12c9f72" providerId="LiveId" clId="{364FE8B3-A46E-473E-81D8-63074E5C7D79}" dt="2026-02-15T15:29:49.322" v="476" actId="113"/>
          <ac:graphicFrameMkLst>
            <pc:docMk/>
            <pc:sldMk cId="831209869" sldId="263"/>
            <ac:graphicFrameMk id="27" creationId="{6CB16BE5-37C1-D8E2-4962-E18531650685}"/>
          </ac:graphicFrameMkLst>
        </pc:graphicFrameChg>
        <pc:picChg chg="del">
          <ac:chgData name="SARANYA POLAVARAPU" userId="5bcc5891b12c9f72" providerId="LiveId" clId="{364FE8B3-A46E-473E-81D8-63074E5C7D79}" dt="2026-02-15T15:21:55.103" v="421" actId="21"/>
          <ac:picMkLst>
            <pc:docMk/>
            <pc:sldMk cId="831209869" sldId="263"/>
            <ac:picMk id="9" creationId="{14D87AEE-DC14-605B-B289-AE223DE914FE}"/>
          </ac:picMkLst>
        </pc:picChg>
        <pc:picChg chg="del">
          <ac:chgData name="SARANYA POLAVARAPU" userId="5bcc5891b12c9f72" providerId="LiveId" clId="{364FE8B3-A46E-473E-81D8-63074E5C7D79}" dt="2026-02-15T15:22:17.265" v="425" actId="21"/>
          <ac:picMkLst>
            <pc:docMk/>
            <pc:sldMk cId="831209869" sldId="263"/>
            <ac:picMk id="15" creationId="{CFB96AF4-538A-D98F-E0E1-6A83061B9678}"/>
          </ac:picMkLst>
        </pc:picChg>
        <pc:picChg chg="del">
          <ac:chgData name="SARANYA POLAVARAPU" userId="5bcc5891b12c9f72" providerId="LiveId" clId="{364FE8B3-A46E-473E-81D8-63074E5C7D79}" dt="2026-02-15T15:22:02.903" v="423" actId="21"/>
          <ac:picMkLst>
            <pc:docMk/>
            <pc:sldMk cId="831209869" sldId="263"/>
            <ac:picMk id="17" creationId="{12F3E40C-0092-7670-006F-5A57EF096A95}"/>
          </ac:picMkLst>
        </pc:picChg>
        <pc:picChg chg="mod">
          <ac:chgData name="SARANYA POLAVARAPU" userId="5bcc5891b12c9f72" providerId="LiveId" clId="{364FE8B3-A46E-473E-81D8-63074E5C7D79}" dt="2026-02-15T15:23:48.582" v="441" actId="1076"/>
          <ac:picMkLst>
            <pc:docMk/>
            <pc:sldMk cId="831209869" sldId="263"/>
            <ac:picMk id="77" creationId="{9DCB8EB7-2AC0-7905-1235-6742F014DCD3}"/>
          </ac:picMkLst>
        </pc:picChg>
        <pc:picChg chg="mod">
          <ac:chgData name="SARANYA POLAVARAPU" userId="5bcc5891b12c9f72" providerId="LiveId" clId="{364FE8B3-A46E-473E-81D8-63074E5C7D79}" dt="2026-02-15T15:27:47.613" v="466" actId="1076"/>
          <ac:picMkLst>
            <pc:docMk/>
            <pc:sldMk cId="831209869" sldId="263"/>
            <ac:picMk id="78" creationId="{A4808043-4E5C-32D5-CB20-2167795AC3EE}"/>
          </ac:picMkLst>
        </pc:picChg>
      </pc:sldChg>
      <pc:sldChg chg="addSp delSp modSp mod">
        <pc:chgData name="SARANYA POLAVARAPU" userId="5bcc5891b12c9f72" providerId="LiveId" clId="{364FE8B3-A46E-473E-81D8-63074E5C7D79}" dt="2026-02-15T15:28:11.726" v="468" actId="1076"/>
        <pc:sldMkLst>
          <pc:docMk/>
          <pc:sldMk cId="3691665111" sldId="265"/>
        </pc:sldMkLst>
        <pc:spChg chg="del">
          <ac:chgData name="SARANYA POLAVARAPU" userId="5bcc5891b12c9f72" providerId="LiveId" clId="{364FE8B3-A46E-473E-81D8-63074E5C7D79}" dt="2026-02-15T15:17:09.629" v="395" actId="21"/>
          <ac:spMkLst>
            <pc:docMk/>
            <pc:sldMk cId="3691665111" sldId="265"/>
            <ac:spMk id="2" creationId="{3E3216B9-7CE0-E821-2349-D00B35D733B4}"/>
          </ac:spMkLst>
        </pc:spChg>
        <pc:spChg chg="add del mod">
          <ac:chgData name="SARANYA POLAVARAPU" userId="5bcc5891b12c9f72" providerId="LiveId" clId="{364FE8B3-A46E-473E-81D8-63074E5C7D79}" dt="2026-02-15T15:17:43.207" v="399"/>
          <ac:spMkLst>
            <pc:docMk/>
            <pc:sldMk cId="3691665111" sldId="265"/>
            <ac:spMk id="4" creationId="{E670C757-FE58-0AE8-12F3-D0E3D6F7156F}"/>
          </ac:spMkLst>
        </pc:spChg>
        <pc:spChg chg="add del mod">
          <ac:chgData name="SARANYA POLAVARAPU" userId="5bcc5891b12c9f72" providerId="LiveId" clId="{364FE8B3-A46E-473E-81D8-63074E5C7D79}" dt="2026-02-15T15:17:20.776" v="397" actId="21"/>
          <ac:spMkLst>
            <pc:docMk/>
            <pc:sldMk cId="3691665111" sldId="265"/>
            <ac:spMk id="8" creationId="{CF179792-888C-6D13-62BD-EC2B0B274775}"/>
          </ac:spMkLst>
        </pc:spChg>
        <pc:spChg chg="add del mod">
          <ac:chgData name="SARANYA POLAVARAPU" userId="5bcc5891b12c9f72" providerId="LiveId" clId="{364FE8B3-A46E-473E-81D8-63074E5C7D79}" dt="2026-02-15T15:17:14.676" v="396" actId="21"/>
          <ac:spMkLst>
            <pc:docMk/>
            <pc:sldMk cId="3691665111" sldId="265"/>
            <ac:spMk id="10" creationId="{79882A79-8248-B346-D1C9-8E082BF08025}"/>
          </ac:spMkLst>
        </pc:spChg>
        <pc:spChg chg="add mod">
          <ac:chgData name="SARANYA POLAVARAPU" userId="5bcc5891b12c9f72" providerId="LiveId" clId="{364FE8B3-A46E-473E-81D8-63074E5C7D79}" dt="2026-02-15T15:28:11.726" v="468" actId="1076"/>
          <ac:spMkLst>
            <pc:docMk/>
            <pc:sldMk cId="3691665111" sldId="265"/>
            <ac:spMk id="12" creationId="{684DA451-2C2D-1FD5-3453-9BFE5A50CF8C}"/>
          </ac:spMkLst>
        </pc:spChg>
        <pc:spChg chg="add mod">
          <ac:chgData name="SARANYA POLAVARAPU" userId="5bcc5891b12c9f72" providerId="LiveId" clId="{364FE8B3-A46E-473E-81D8-63074E5C7D79}" dt="2026-02-15T15:21:34.627" v="419" actId="255"/>
          <ac:spMkLst>
            <pc:docMk/>
            <pc:sldMk cId="3691665111" sldId="265"/>
            <ac:spMk id="13" creationId="{CE03E890-DFA4-5DA4-6D3D-8086AC966FDF}"/>
          </ac:spMkLst>
        </pc:spChg>
        <pc:spChg chg="del">
          <ac:chgData name="SARANYA POLAVARAPU" userId="5bcc5891b12c9f72" providerId="LiveId" clId="{364FE8B3-A46E-473E-81D8-63074E5C7D79}" dt="2026-02-15T15:17:03.686" v="394" actId="21"/>
          <ac:spMkLst>
            <pc:docMk/>
            <pc:sldMk cId="3691665111" sldId="265"/>
            <ac:spMk id="39" creationId="{9782C846-E8D4-3E14-ED79-585646B96252}"/>
          </ac:spMkLst>
        </pc:spChg>
        <pc:graphicFrameChg chg="add mod">
          <ac:chgData name="SARANYA POLAVARAPU" userId="5bcc5891b12c9f72" providerId="LiveId" clId="{364FE8B3-A46E-473E-81D8-63074E5C7D79}" dt="2026-02-15T15:19:44.881" v="407" actId="1076"/>
          <ac:graphicFrameMkLst>
            <pc:docMk/>
            <pc:sldMk cId="3691665111" sldId="265"/>
            <ac:graphicFrameMk id="11" creationId="{486829AB-17D0-5886-EC2F-DB436C50A7F1}"/>
          </ac:graphicFrameMkLst>
        </pc:graphicFrameChg>
        <pc:picChg chg="mod">
          <ac:chgData name="SARANYA POLAVARAPU" userId="5bcc5891b12c9f72" providerId="LiveId" clId="{364FE8B3-A46E-473E-81D8-63074E5C7D79}" dt="2026-02-15T15:28:08.776" v="467" actId="1076"/>
          <ac:picMkLst>
            <pc:docMk/>
            <pc:sldMk cId="3691665111" sldId="265"/>
            <ac:picMk id="7" creationId="{A13F4734-2560-3AF9-C0D5-7F6C4B785167}"/>
          </ac:picMkLst>
        </pc:picChg>
        <pc:picChg chg="del">
          <ac:chgData name="SARANYA POLAVARAPU" userId="5bcc5891b12c9f72" providerId="LiveId" clId="{364FE8B3-A46E-473E-81D8-63074E5C7D79}" dt="2026-02-15T15:16:57.666" v="393" actId="21"/>
          <ac:picMkLst>
            <pc:docMk/>
            <pc:sldMk cId="3691665111" sldId="265"/>
            <ac:picMk id="49" creationId="{01D776C5-7456-524D-BDA8-D3613EC750B2}"/>
          </ac:picMkLst>
        </pc:picChg>
      </pc:sldChg>
      <pc:sldChg chg="addSp delSp modSp mod">
        <pc:chgData name="SARANYA POLAVARAPU" userId="5bcc5891b12c9f72" providerId="LiveId" clId="{364FE8B3-A46E-473E-81D8-63074E5C7D79}" dt="2026-02-15T15:59:48.814" v="594" actId="1076"/>
        <pc:sldMkLst>
          <pc:docMk/>
          <pc:sldMk cId="1907810308" sldId="266"/>
        </pc:sldMkLst>
        <pc:spChg chg="del">
          <ac:chgData name="SARANYA POLAVARAPU" userId="5bcc5891b12c9f72" providerId="LiveId" clId="{364FE8B3-A46E-473E-81D8-63074E5C7D79}" dt="2026-02-15T15:33:21.837" v="508" actId="21"/>
          <ac:spMkLst>
            <pc:docMk/>
            <pc:sldMk cId="1907810308" sldId="266"/>
            <ac:spMk id="3" creationId="{6603A248-58E9-8CDB-0F70-DDE95D9A6011}"/>
          </ac:spMkLst>
        </pc:spChg>
        <pc:spChg chg="del">
          <ac:chgData name="SARANYA POLAVARAPU" userId="5bcc5891b12c9f72" providerId="LiveId" clId="{364FE8B3-A46E-473E-81D8-63074E5C7D79}" dt="2026-02-15T15:33:32.937" v="510" actId="21"/>
          <ac:spMkLst>
            <pc:docMk/>
            <pc:sldMk cId="1907810308" sldId="266"/>
            <ac:spMk id="4" creationId="{7C30BA87-F3BC-D3CA-72B2-DCDE1218647C}"/>
          </ac:spMkLst>
        </pc:spChg>
        <pc:spChg chg="add del mod">
          <ac:chgData name="SARANYA POLAVARAPU" userId="5bcc5891b12c9f72" providerId="LiveId" clId="{364FE8B3-A46E-473E-81D8-63074E5C7D79}" dt="2026-02-15T15:33:15.826" v="507" actId="21"/>
          <ac:spMkLst>
            <pc:docMk/>
            <pc:sldMk cId="1907810308" sldId="266"/>
            <ac:spMk id="5" creationId="{4CF2C21B-97DE-1613-1EE8-18CDB8390F12}"/>
          </ac:spMkLst>
        </pc:spChg>
        <pc:spChg chg="add del mod">
          <ac:chgData name="SARANYA POLAVARAPU" userId="5bcc5891b12c9f72" providerId="LiveId" clId="{364FE8B3-A46E-473E-81D8-63074E5C7D79}" dt="2026-02-15T15:33:25.544" v="509" actId="21"/>
          <ac:spMkLst>
            <pc:docMk/>
            <pc:sldMk cId="1907810308" sldId="266"/>
            <ac:spMk id="7" creationId="{2FF94BCE-379F-8438-074A-96707528F008}"/>
          </ac:spMkLst>
        </pc:spChg>
        <pc:spChg chg="add mod">
          <ac:chgData name="SARANYA POLAVARAPU" userId="5bcc5891b12c9f72" providerId="LiveId" clId="{364FE8B3-A46E-473E-81D8-63074E5C7D79}" dt="2026-02-15T15:46:34.847" v="529" actId="20577"/>
          <ac:spMkLst>
            <pc:docMk/>
            <pc:sldMk cId="1907810308" sldId="266"/>
            <ac:spMk id="9" creationId="{415C806E-996C-F9EF-D10A-80E54721E933}"/>
          </ac:spMkLst>
        </pc:spChg>
        <pc:spChg chg="add mod">
          <ac:chgData name="SARANYA POLAVARAPU" userId="5bcc5891b12c9f72" providerId="LiveId" clId="{364FE8B3-A46E-473E-81D8-63074E5C7D79}" dt="2026-02-15T15:46:44.363" v="530" actId="1076"/>
          <ac:spMkLst>
            <pc:docMk/>
            <pc:sldMk cId="1907810308" sldId="266"/>
            <ac:spMk id="10" creationId="{0E0C0F5F-052E-BCEC-27A4-A1951C1FFA94}"/>
          </ac:spMkLst>
        </pc:spChg>
        <pc:spChg chg="add mod">
          <ac:chgData name="SARANYA POLAVARAPU" userId="5bcc5891b12c9f72" providerId="LiveId" clId="{364FE8B3-A46E-473E-81D8-63074E5C7D79}" dt="2026-02-15T15:59:48.814" v="594" actId="1076"/>
          <ac:spMkLst>
            <pc:docMk/>
            <pc:sldMk cId="1907810308" sldId="266"/>
            <ac:spMk id="14" creationId="{00FA1195-1043-604D-EAA5-D270AB59DFF1}"/>
          </ac:spMkLst>
        </pc:spChg>
        <pc:graphicFrameChg chg="add mod">
          <ac:chgData name="SARANYA POLAVARAPU" userId="5bcc5891b12c9f72" providerId="LiveId" clId="{364FE8B3-A46E-473E-81D8-63074E5C7D79}" dt="2026-02-15T15:50:55.332" v="547" actId="113"/>
          <ac:graphicFrameMkLst>
            <pc:docMk/>
            <pc:sldMk cId="1907810308" sldId="266"/>
            <ac:graphicFrameMk id="12" creationId="{1A1E4C16-6668-6FB9-3E31-46A572875519}"/>
          </ac:graphicFrameMkLst>
        </pc:graphicFrameChg>
        <pc:picChg chg="mod">
          <ac:chgData name="SARANYA POLAVARAPU" userId="5bcc5891b12c9f72" providerId="LiveId" clId="{364FE8B3-A46E-473E-81D8-63074E5C7D79}" dt="2026-02-15T15:33:47.279" v="512" actId="1076"/>
          <ac:picMkLst>
            <pc:docMk/>
            <pc:sldMk cId="1907810308" sldId="266"/>
            <ac:picMk id="11" creationId="{EDACF734-5971-40C8-B0BD-56DA52524FE6}"/>
          </ac:picMkLst>
        </pc:picChg>
        <pc:picChg chg="del">
          <ac:chgData name="SARANYA POLAVARAPU" userId="5bcc5891b12c9f72" providerId="LiveId" clId="{364FE8B3-A46E-473E-81D8-63074E5C7D79}" dt="2026-02-15T15:33:12.697" v="506" actId="21"/>
          <ac:picMkLst>
            <pc:docMk/>
            <pc:sldMk cId="1907810308" sldId="266"/>
            <ac:picMk id="13" creationId="{B12CA125-868B-F0FE-21EA-66DD3872EC9B}"/>
          </ac:picMkLst>
        </pc:picChg>
      </pc:sldChg>
      <pc:sldChg chg="addSp delSp modSp mod">
        <pc:chgData name="SARANYA POLAVARAPU" userId="5bcc5891b12c9f72" providerId="LiveId" clId="{364FE8B3-A46E-473E-81D8-63074E5C7D79}" dt="2026-02-15T15:52:38.695" v="565" actId="1076"/>
        <pc:sldMkLst>
          <pc:docMk/>
          <pc:sldMk cId="3845746326" sldId="267"/>
        </pc:sldMkLst>
        <pc:spChg chg="mod">
          <ac:chgData name="SARANYA POLAVARAPU" userId="5bcc5891b12c9f72" providerId="LiveId" clId="{364FE8B3-A46E-473E-81D8-63074E5C7D79}" dt="2026-02-15T15:03:15.289" v="212" actId="1076"/>
          <ac:spMkLst>
            <pc:docMk/>
            <pc:sldMk cId="3845746326" sldId="267"/>
            <ac:spMk id="2" creationId="{53BCEF56-A572-C187-93F0-4D67964DA8ED}"/>
          </ac:spMkLst>
        </pc:spChg>
        <pc:spChg chg="add del mod">
          <ac:chgData name="SARANYA POLAVARAPU" userId="5bcc5891b12c9f72" providerId="LiveId" clId="{364FE8B3-A46E-473E-81D8-63074E5C7D79}" dt="2026-02-15T14:53:26.601" v="111" actId="478"/>
          <ac:spMkLst>
            <pc:docMk/>
            <pc:sldMk cId="3845746326" sldId="267"/>
            <ac:spMk id="4" creationId="{BAE8721C-D298-7816-01F7-099B98C24581}"/>
          </ac:spMkLst>
        </pc:spChg>
        <pc:spChg chg="add mod">
          <ac:chgData name="SARANYA POLAVARAPU" userId="5bcc5891b12c9f72" providerId="LiveId" clId="{364FE8B3-A46E-473E-81D8-63074E5C7D79}" dt="2026-02-15T15:00:57.570" v="202" actId="1076"/>
          <ac:spMkLst>
            <pc:docMk/>
            <pc:sldMk cId="3845746326" sldId="267"/>
            <ac:spMk id="8" creationId="{6507145E-E5EB-D75A-97F3-6C887AE760CB}"/>
          </ac:spMkLst>
        </pc:spChg>
        <pc:spChg chg="add mod">
          <ac:chgData name="SARANYA POLAVARAPU" userId="5bcc5891b12c9f72" providerId="LiveId" clId="{364FE8B3-A46E-473E-81D8-63074E5C7D79}" dt="2026-02-15T15:52:24.207" v="562" actId="1076"/>
          <ac:spMkLst>
            <pc:docMk/>
            <pc:sldMk cId="3845746326" sldId="267"/>
            <ac:spMk id="9" creationId="{D25B5669-2766-EB3E-B158-AE03B049D72C}"/>
          </ac:spMkLst>
        </pc:spChg>
        <pc:spChg chg="del mod">
          <ac:chgData name="SARANYA POLAVARAPU" userId="5bcc5891b12c9f72" providerId="LiveId" clId="{364FE8B3-A46E-473E-81D8-63074E5C7D79}" dt="2026-02-15T14:54:04.784" v="126" actId="478"/>
          <ac:spMkLst>
            <pc:docMk/>
            <pc:sldMk cId="3845746326" sldId="267"/>
            <ac:spMk id="19" creationId="{30006FE9-3E8C-0002-2F83-835DC32DD902}"/>
          </ac:spMkLst>
        </pc:spChg>
        <pc:graphicFrameChg chg="add del mod">
          <ac:chgData name="SARANYA POLAVARAPU" userId="5bcc5891b12c9f72" providerId="LiveId" clId="{364FE8B3-A46E-473E-81D8-63074E5C7D79}" dt="2026-02-15T14:52:53.496" v="107" actId="478"/>
          <ac:graphicFrameMkLst>
            <pc:docMk/>
            <pc:sldMk cId="3845746326" sldId="267"/>
            <ac:graphicFrameMk id="5" creationId="{E9C0B89E-FC85-99C2-34A1-7EBF2298A9BF}"/>
          </ac:graphicFrameMkLst>
        </pc:graphicFrameChg>
        <pc:graphicFrameChg chg="add mod">
          <ac:chgData name="SARANYA POLAVARAPU" userId="5bcc5891b12c9f72" providerId="LiveId" clId="{364FE8B3-A46E-473E-81D8-63074E5C7D79}" dt="2026-02-15T15:52:29.137" v="563" actId="1076"/>
          <ac:graphicFrameMkLst>
            <pc:docMk/>
            <pc:sldMk cId="3845746326" sldId="267"/>
            <ac:graphicFrameMk id="6" creationId="{E9C0B89E-FC85-99C2-34A1-7EBF2298A9BF}"/>
          </ac:graphicFrameMkLst>
        </pc:graphicFrameChg>
        <pc:picChg chg="del">
          <ac:chgData name="SARANYA POLAVARAPU" userId="5bcc5891b12c9f72" providerId="LiveId" clId="{364FE8B3-A46E-473E-81D8-63074E5C7D79}" dt="2026-02-15T14:51:18.160" v="103" actId="478"/>
          <ac:picMkLst>
            <pc:docMk/>
            <pc:sldMk cId="3845746326" sldId="267"/>
            <ac:picMk id="11" creationId="{E507965F-C6A8-DC70-FA03-557ED83CEE3E}"/>
          </ac:picMkLst>
        </pc:picChg>
        <pc:picChg chg="mod">
          <ac:chgData name="SARANYA POLAVARAPU" userId="5bcc5891b12c9f72" providerId="LiveId" clId="{364FE8B3-A46E-473E-81D8-63074E5C7D79}" dt="2026-02-15T15:52:38.695" v="565" actId="1076"/>
          <ac:picMkLst>
            <pc:docMk/>
            <pc:sldMk cId="3845746326" sldId="267"/>
            <ac:picMk id="14" creationId="{F813E3CC-9660-C2CE-5168-46F416A14E54}"/>
          </ac:picMkLst>
        </pc:picChg>
      </pc:sldChg>
      <pc:sldChg chg="new del">
        <pc:chgData name="SARANYA POLAVARAPU" userId="5bcc5891b12c9f72" providerId="LiveId" clId="{364FE8B3-A46E-473E-81D8-63074E5C7D79}" dt="2026-02-15T16:06:59.750" v="681" actId="2696"/>
        <pc:sldMkLst>
          <pc:docMk/>
          <pc:sldMk cId="311909943" sldId="268"/>
        </pc:sldMkLst>
      </pc:sldChg>
      <pc:sldChg chg="new del">
        <pc:chgData name="SARANYA POLAVARAPU" userId="5bcc5891b12c9f72" providerId="LiveId" clId="{364FE8B3-A46E-473E-81D8-63074E5C7D79}" dt="2026-02-15T13:34:54.076" v="1" actId="2696"/>
        <pc:sldMkLst>
          <pc:docMk/>
          <pc:sldMk cId="3908039855" sldId="268"/>
        </pc:sldMkLst>
      </pc:sldChg>
      <pc:sldChg chg="add del">
        <pc:chgData name="SARANYA POLAVARAPU" userId="5bcc5891b12c9f72" providerId="LiveId" clId="{364FE8B3-A46E-473E-81D8-63074E5C7D79}" dt="2026-02-15T16:07:37.152" v="683" actId="2696"/>
        <pc:sldMkLst>
          <pc:docMk/>
          <pc:sldMk cId="496565342" sldId="269"/>
        </pc:sldMkLst>
      </pc:sldChg>
      <pc:sldChg chg="delSp add del mod">
        <pc:chgData name="SARANYA POLAVARAPU" userId="5bcc5891b12c9f72" providerId="LiveId" clId="{364FE8B3-A46E-473E-81D8-63074E5C7D79}" dt="2026-02-15T16:13:17.021" v="706" actId="2696"/>
        <pc:sldMkLst>
          <pc:docMk/>
          <pc:sldMk cId="1277444240" sldId="270"/>
        </pc:sldMkLst>
        <pc:spChg chg="del">
          <ac:chgData name="SARANYA POLAVARAPU" userId="5bcc5891b12c9f72" providerId="LiveId" clId="{364FE8B3-A46E-473E-81D8-63074E5C7D79}" dt="2026-02-15T15:54:50.803" v="573" actId="21"/>
          <ac:spMkLst>
            <pc:docMk/>
            <pc:sldMk cId="1277444240" sldId="270"/>
            <ac:spMk id="2" creationId="{80BAF23F-69C8-7730-8FA6-C53327576300}"/>
          </ac:spMkLst>
        </pc:spChg>
        <pc:spChg chg="del">
          <ac:chgData name="SARANYA POLAVARAPU" userId="5bcc5891b12c9f72" providerId="LiveId" clId="{364FE8B3-A46E-473E-81D8-63074E5C7D79}" dt="2026-02-15T15:54:43.918" v="572" actId="21"/>
          <ac:spMkLst>
            <pc:docMk/>
            <pc:sldMk cId="1277444240" sldId="270"/>
            <ac:spMk id="3" creationId="{A6893A1D-3636-ED17-B619-91BCCFB657E4}"/>
          </ac:spMkLst>
        </pc:spChg>
        <pc:spChg chg="del">
          <ac:chgData name="SARANYA POLAVARAPU" userId="5bcc5891b12c9f72" providerId="LiveId" clId="{364FE8B3-A46E-473E-81D8-63074E5C7D79}" dt="2026-02-15T15:54:57.865" v="574" actId="21"/>
          <ac:spMkLst>
            <pc:docMk/>
            <pc:sldMk cId="1277444240" sldId="270"/>
            <ac:spMk id="4" creationId="{4A7269F5-18D4-F51D-D117-FCFA5622D261}"/>
          </ac:spMkLst>
        </pc:spChg>
      </pc:sldChg>
      <pc:sldChg chg="addSp delSp modSp new mod">
        <pc:chgData name="SARANYA POLAVARAPU" userId="5bcc5891b12c9f72" providerId="LiveId" clId="{364FE8B3-A46E-473E-81D8-63074E5C7D79}" dt="2026-02-15T16:06:54.100" v="680" actId="1076"/>
        <pc:sldMkLst>
          <pc:docMk/>
          <pc:sldMk cId="3170665740" sldId="271"/>
        </pc:sldMkLst>
        <pc:spChg chg="del">
          <ac:chgData name="SARANYA POLAVARAPU" userId="5bcc5891b12c9f72" providerId="LiveId" clId="{364FE8B3-A46E-473E-81D8-63074E5C7D79}" dt="2026-02-15T16:03:34.475" v="659" actId="21"/>
          <ac:spMkLst>
            <pc:docMk/>
            <pc:sldMk cId="3170665740" sldId="271"/>
            <ac:spMk id="2" creationId="{79E3CAD9-46AB-2B83-1600-904C2D73499F}"/>
          </ac:spMkLst>
        </pc:spChg>
        <pc:spChg chg="del">
          <ac:chgData name="SARANYA POLAVARAPU" userId="5bcc5891b12c9f72" providerId="LiveId" clId="{364FE8B3-A46E-473E-81D8-63074E5C7D79}" dt="2026-02-15T16:03:29.667" v="658" actId="21"/>
          <ac:spMkLst>
            <pc:docMk/>
            <pc:sldMk cId="3170665740" sldId="271"/>
            <ac:spMk id="3" creationId="{F6B31173-5643-3E2E-E032-6734AE46D2E1}"/>
          </ac:spMkLst>
        </pc:spChg>
        <pc:spChg chg="del">
          <ac:chgData name="SARANYA POLAVARAPU" userId="5bcc5891b12c9f72" providerId="LiveId" clId="{364FE8B3-A46E-473E-81D8-63074E5C7D79}" dt="2026-02-15T16:03:38.784" v="660" actId="21"/>
          <ac:spMkLst>
            <pc:docMk/>
            <pc:sldMk cId="3170665740" sldId="271"/>
            <ac:spMk id="4" creationId="{F0E478B8-63ED-3D51-EA45-ACB912D04F1A}"/>
          </ac:spMkLst>
        </pc:spChg>
        <pc:spChg chg="add mod">
          <ac:chgData name="SARANYA POLAVARAPU" userId="5bcc5891b12c9f72" providerId="LiveId" clId="{364FE8B3-A46E-473E-81D8-63074E5C7D79}" dt="2026-02-15T16:05:52.430" v="673" actId="255"/>
          <ac:spMkLst>
            <pc:docMk/>
            <pc:sldMk cId="3170665740" sldId="271"/>
            <ac:spMk id="6" creationId="{1E7B97E1-91B9-B957-23F1-FF32D84F5304}"/>
          </ac:spMkLst>
        </pc:spChg>
        <pc:spChg chg="add mod">
          <ac:chgData name="SARANYA POLAVARAPU" userId="5bcc5891b12c9f72" providerId="LiveId" clId="{364FE8B3-A46E-473E-81D8-63074E5C7D79}" dt="2026-02-15T16:06:47.309" v="679" actId="1076"/>
          <ac:spMkLst>
            <pc:docMk/>
            <pc:sldMk cId="3170665740" sldId="271"/>
            <ac:spMk id="7" creationId="{4549C3CB-A339-178D-29EE-2CE7A401E495}"/>
          </ac:spMkLst>
        </pc:spChg>
        <pc:graphicFrameChg chg="add mod">
          <ac:chgData name="SARANYA POLAVARAPU" userId="5bcc5891b12c9f72" providerId="LiveId" clId="{364FE8B3-A46E-473E-81D8-63074E5C7D79}" dt="2026-02-15T16:06:54.100" v="680" actId="1076"/>
          <ac:graphicFrameMkLst>
            <pc:docMk/>
            <pc:sldMk cId="3170665740" sldId="271"/>
            <ac:graphicFrameMk id="5" creationId="{C04BCA08-E5A1-EDAE-E2ED-34302FC72E04}"/>
          </ac:graphicFrameMkLst>
        </pc:graphicFrameChg>
      </pc:sldChg>
      <pc:sldChg chg="addSp delSp modSp new mod">
        <pc:chgData name="SARANYA POLAVARAPU" userId="5bcc5891b12c9f72" providerId="LiveId" clId="{364FE8B3-A46E-473E-81D8-63074E5C7D79}" dt="2026-02-15T16:12:46.608" v="705" actId="20577"/>
        <pc:sldMkLst>
          <pc:docMk/>
          <pc:sldMk cId="590840205" sldId="272"/>
        </pc:sldMkLst>
        <pc:spChg chg="del">
          <ac:chgData name="SARANYA POLAVARAPU" userId="5bcc5891b12c9f72" providerId="LiveId" clId="{364FE8B3-A46E-473E-81D8-63074E5C7D79}" dt="2026-02-15T16:07:46.986" v="686" actId="21"/>
          <ac:spMkLst>
            <pc:docMk/>
            <pc:sldMk cId="590840205" sldId="272"/>
            <ac:spMk id="2" creationId="{B6DD8031-A9EC-2A49-E662-0C18794388E2}"/>
          </ac:spMkLst>
        </pc:spChg>
        <pc:spChg chg="del mod">
          <ac:chgData name="SARANYA POLAVARAPU" userId="5bcc5891b12c9f72" providerId="LiveId" clId="{364FE8B3-A46E-473E-81D8-63074E5C7D79}" dt="2026-02-15T16:07:41.650" v="685" actId="21"/>
          <ac:spMkLst>
            <pc:docMk/>
            <pc:sldMk cId="590840205" sldId="272"/>
            <ac:spMk id="3" creationId="{44AC0561-8647-BA6C-4ED9-EDE90A68BA91}"/>
          </ac:spMkLst>
        </pc:spChg>
        <pc:spChg chg="mod">
          <ac:chgData name="SARANYA POLAVARAPU" userId="5bcc5891b12c9f72" providerId="LiveId" clId="{364FE8B3-A46E-473E-81D8-63074E5C7D79}" dt="2026-02-15T16:11:45.327" v="700" actId="1076"/>
          <ac:spMkLst>
            <pc:docMk/>
            <pc:sldMk cId="590840205" sldId="272"/>
            <ac:spMk id="4" creationId="{88A58014-0525-339A-8F92-EF196DB997F8}"/>
          </ac:spMkLst>
        </pc:spChg>
        <pc:spChg chg="add mod">
          <ac:chgData name="SARANYA POLAVARAPU" userId="5bcc5891b12c9f72" providerId="LiveId" clId="{364FE8B3-A46E-473E-81D8-63074E5C7D79}" dt="2026-02-15T16:12:46.608" v="705" actId="20577"/>
          <ac:spMkLst>
            <pc:docMk/>
            <pc:sldMk cId="590840205" sldId="272"/>
            <ac:spMk id="6" creationId="{C4BC4517-643E-1E1C-577A-F6E68C2EE288}"/>
          </ac:spMkLst>
        </pc:spChg>
        <pc:graphicFrameChg chg="add mod">
          <ac:chgData name="SARANYA POLAVARAPU" userId="5bcc5891b12c9f72" providerId="LiveId" clId="{364FE8B3-A46E-473E-81D8-63074E5C7D79}" dt="2026-02-15T16:11:41.555" v="699" actId="1076"/>
          <ac:graphicFrameMkLst>
            <pc:docMk/>
            <pc:sldMk cId="590840205" sldId="272"/>
            <ac:graphicFrameMk id="5" creationId="{F2ADDA32-9294-2263-0EDB-AF6EA91765F0}"/>
          </ac:graphicFrameMkLst>
        </pc:graphicFrameChg>
      </pc:sldChg>
      <pc:sldChg chg="addSp delSp modSp new mod">
        <pc:chgData name="SARANYA POLAVARAPU" userId="5bcc5891b12c9f72" providerId="LiveId" clId="{364FE8B3-A46E-473E-81D8-63074E5C7D79}" dt="2026-02-15T16:34:55.771" v="794" actId="1076"/>
        <pc:sldMkLst>
          <pc:docMk/>
          <pc:sldMk cId="1426962658" sldId="273"/>
        </pc:sldMkLst>
        <pc:spChg chg="del">
          <ac:chgData name="SARANYA POLAVARAPU" userId="5bcc5891b12c9f72" providerId="LiveId" clId="{364FE8B3-A46E-473E-81D8-63074E5C7D79}" dt="2026-02-15T16:13:48.717" v="711" actId="21"/>
          <ac:spMkLst>
            <pc:docMk/>
            <pc:sldMk cId="1426962658" sldId="273"/>
            <ac:spMk id="2" creationId="{FDBBE4DC-2D9E-BFE6-EA1D-EC4C4AC22A7F}"/>
          </ac:spMkLst>
        </pc:spChg>
        <pc:spChg chg="del">
          <ac:chgData name="SARANYA POLAVARAPU" userId="5bcc5891b12c9f72" providerId="LiveId" clId="{364FE8B3-A46E-473E-81D8-63074E5C7D79}" dt="2026-02-15T16:13:45.621" v="710" actId="21"/>
          <ac:spMkLst>
            <pc:docMk/>
            <pc:sldMk cId="1426962658" sldId="273"/>
            <ac:spMk id="3" creationId="{64EA7630-584B-6979-ADF2-824937D0731E}"/>
          </ac:spMkLst>
        </pc:spChg>
        <pc:spChg chg="del">
          <ac:chgData name="SARANYA POLAVARAPU" userId="5bcc5891b12c9f72" providerId="LiveId" clId="{364FE8B3-A46E-473E-81D8-63074E5C7D79}" dt="2026-02-15T16:13:52.378" v="712" actId="21"/>
          <ac:spMkLst>
            <pc:docMk/>
            <pc:sldMk cId="1426962658" sldId="273"/>
            <ac:spMk id="4" creationId="{42F69315-1102-29DB-9AF0-1F1AAA06DB25}"/>
          </ac:spMkLst>
        </pc:spChg>
        <pc:spChg chg="del">
          <ac:chgData name="SARANYA POLAVARAPU" userId="5bcc5891b12c9f72" providerId="LiveId" clId="{364FE8B3-A46E-473E-81D8-63074E5C7D79}" dt="2026-02-15T16:13:56.340" v="713" actId="21"/>
          <ac:spMkLst>
            <pc:docMk/>
            <pc:sldMk cId="1426962658" sldId="273"/>
            <ac:spMk id="5" creationId="{6D2FA617-5251-8E37-F626-EDCC1C4118A7}"/>
          </ac:spMkLst>
        </pc:spChg>
        <pc:spChg chg="add del mod">
          <ac:chgData name="SARANYA POLAVARAPU" userId="5bcc5891b12c9f72" providerId="LiveId" clId="{364FE8B3-A46E-473E-81D8-63074E5C7D79}" dt="2026-02-15T16:27:06.268" v="733"/>
          <ac:spMkLst>
            <pc:docMk/>
            <pc:sldMk cId="1426962658" sldId="273"/>
            <ac:spMk id="6" creationId="{7D219577-2247-4B34-11E6-4A8097565F37}"/>
          </ac:spMkLst>
        </pc:spChg>
        <pc:spChg chg="add del mod">
          <ac:chgData name="SARANYA POLAVARAPU" userId="5bcc5891b12c9f72" providerId="LiveId" clId="{364FE8B3-A46E-473E-81D8-63074E5C7D79}" dt="2026-02-15T16:32:00.276" v="768" actId="21"/>
          <ac:spMkLst>
            <pc:docMk/>
            <pc:sldMk cId="1426962658" sldId="273"/>
            <ac:spMk id="7" creationId="{99BD3CA9-3F0D-6B3F-5FA4-C92D8F6B1294}"/>
          </ac:spMkLst>
        </pc:spChg>
        <pc:spChg chg="add mod">
          <ac:chgData name="SARANYA POLAVARAPU" userId="5bcc5891b12c9f72" providerId="LiveId" clId="{364FE8B3-A46E-473E-81D8-63074E5C7D79}" dt="2026-02-15T16:34:34.103" v="790" actId="1076"/>
          <ac:spMkLst>
            <pc:docMk/>
            <pc:sldMk cId="1426962658" sldId="273"/>
            <ac:spMk id="9" creationId="{8101E06D-3F55-0A71-E8D5-06FE9E157DF1}"/>
          </ac:spMkLst>
        </pc:spChg>
        <pc:spChg chg="add del mod">
          <ac:chgData name="SARANYA POLAVARAPU" userId="5bcc5891b12c9f72" providerId="LiveId" clId="{364FE8B3-A46E-473E-81D8-63074E5C7D79}" dt="2026-02-15T16:32:53.524" v="776"/>
          <ac:spMkLst>
            <pc:docMk/>
            <pc:sldMk cId="1426962658" sldId="273"/>
            <ac:spMk id="10" creationId="{3EF3FD74-21A6-3B9B-2B1F-9B8CA7FA1D52}"/>
          </ac:spMkLst>
        </pc:spChg>
        <pc:spChg chg="add mod">
          <ac:chgData name="SARANYA POLAVARAPU" userId="5bcc5891b12c9f72" providerId="LiveId" clId="{364FE8B3-A46E-473E-81D8-63074E5C7D79}" dt="2026-02-15T16:32:09.336" v="770"/>
          <ac:spMkLst>
            <pc:docMk/>
            <pc:sldMk cId="1426962658" sldId="273"/>
            <ac:spMk id="11" creationId="{99BD3CA9-3F0D-6B3F-5FA4-C92D8F6B1294}"/>
          </ac:spMkLst>
        </pc:spChg>
        <pc:spChg chg="add mod">
          <ac:chgData name="SARANYA POLAVARAPU" userId="5bcc5891b12c9f72" providerId="LiveId" clId="{364FE8B3-A46E-473E-81D8-63074E5C7D79}" dt="2026-02-15T16:34:34.103" v="790" actId="1076"/>
          <ac:spMkLst>
            <pc:docMk/>
            <pc:sldMk cId="1426962658" sldId="273"/>
            <ac:spMk id="12" creationId="{5D360C09-27C0-81D8-6CD5-06E5A6BB2C3C}"/>
          </ac:spMkLst>
        </pc:spChg>
        <pc:spChg chg="add mod">
          <ac:chgData name="SARANYA POLAVARAPU" userId="5bcc5891b12c9f72" providerId="LiveId" clId="{364FE8B3-A46E-473E-81D8-63074E5C7D79}" dt="2026-02-15T16:34:34.103" v="790" actId="1076"/>
          <ac:spMkLst>
            <pc:docMk/>
            <pc:sldMk cId="1426962658" sldId="273"/>
            <ac:spMk id="13" creationId="{BFC037E3-FB08-8099-3CBF-1B5E9F4A368B}"/>
          </ac:spMkLst>
        </pc:spChg>
        <pc:spChg chg="add mod">
          <ac:chgData name="SARANYA POLAVARAPU" userId="5bcc5891b12c9f72" providerId="LiveId" clId="{364FE8B3-A46E-473E-81D8-63074E5C7D79}" dt="2026-02-15T16:34:55.771" v="794" actId="1076"/>
          <ac:spMkLst>
            <pc:docMk/>
            <pc:sldMk cId="1426962658" sldId="273"/>
            <ac:spMk id="14" creationId="{9BA03569-5E14-DE20-9D46-607D6C1C54E7}"/>
          </ac:spMkLst>
        </pc:spChg>
        <pc:graphicFrameChg chg="add mod">
          <ac:chgData name="SARANYA POLAVARAPU" userId="5bcc5891b12c9f72" providerId="LiveId" clId="{364FE8B3-A46E-473E-81D8-63074E5C7D79}" dt="2026-02-15T16:34:34.103" v="790" actId="1076"/>
          <ac:graphicFrameMkLst>
            <pc:docMk/>
            <pc:sldMk cId="1426962658" sldId="273"/>
            <ac:graphicFrameMk id="8" creationId="{3009B772-5753-539D-CC39-5E87E77602C0}"/>
          </ac:graphicFrameMkLst>
        </pc:graphicFrameChg>
      </pc:sldChg>
      <pc:sldChg chg="addSp delSp modSp new mod modClrScheme chgLayout">
        <pc:chgData name="SARANYA POLAVARAPU" userId="5bcc5891b12c9f72" providerId="LiveId" clId="{364FE8B3-A46E-473E-81D8-63074E5C7D79}" dt="2026-02-15T16:38:56.534" v="882" actId="14100"/>
        <pc:sldMkLst>
          <pc:docMk/>
          <pc:sldMk cId="1076714226" sldId="274"/>
        </pc:sldMkLst>
        <pc:spChg chg="del mod ord">
          <ac:chgData name="SARANYA POLAVARAPU" userId="5bcc5891b12c9f72" providerId="LiveId" clId="{364FE8B3-A46E-473E-81D8-63074E5C7D79}" dt="2026-02-15T16:19:02.062" v="714" actId="700"/>
          <ac:spMkLst>
            <pc:docMk/>
            <pc:sldMk cId="1076714226" sldId="274"/>
            <ac:spMk id="2" creationId="{D319FB73-AB20-E9D6-D728-32A375CEC5A6}"/>
          </ac:spMkLst>
        </pc:spChg>
        <pc:spChg chg="del mod ord">
          <ac:chgData name="SARANYA POLAVARAPU" userId="5bcc5891b12c9f72" providerId="LiveId" clId="{364FE8B3-A46E-473E-81D8-63074E5C7D79}" dt="2026-02-15T16:19:02.062" v="714" actId="700"/>
          <ac:spMkLst>
            <pc:docMk/>
            <pc:sldMk cId="1076714226" sldId="274"/>
            <ac:spMk id="3" creationId="{86B8F2FD-7C4C-69A8-A06C-B753E9DECACC}"/>
          </ac:spMkLst>
        </pc:spChg>
        <pc:spChg chg="del mod ord">
          <ac:chgData name="SARANYA POLAVARAPU" userId="5bcc5891b12c9f72" providerId="LiveId" clId="{364FE8B3-A46E-473E-81D8-63074E5C7D79}" dt="2026-02-15T16:19:02.062" v="714" actId="700"/>
          <ac:spMkLst>
            <pc:docMk/>
            <pc:sldMk cId="1076714226" sldId="274"/>
            <ac:spMk id="4" creationId="{FFBAF220-E3DD-CEC6-2546-86673D55B2A6}"/>
          </ac:spMkLst>
        </pc:spChg>
        <pc:spChg chg="add del mod ord">
          <ac:chgData name="SARANYA POLAVARAPU" userId="5bcc5891b12c9f72" providerId="LiveId" clId="{364FE8B3-A46E-473E-81D8-63074E5C7D79}" dt="2026-02-15T16:19:09.189" v="715" actId="21"/>
          <ac:spMkLst>
            <pc:docMk/>
            <pc:sldMk cId="1076714226" sldId="274"/>
            <ac:spMk id="5" creationId="{839A121F-2CC1-EF89-B78A-10AF9FDC751F}"/>
          </ac:spMkLst>
        </pc:spChg>
        <pc:spChg chg="add del mod ord">
          <ac:chgData name="SARANYA POLAVARAPU" userId="5bcc5891b12c9f72" providerId="LiveId" clId="{364FE8B3-A46E-473E-81D8-63074E5C7D79}" dt="2026-02-15T16:19:18.216" v="717" actId="21"/>
          <ac:spMkLst>
            <pc:docMk/>
            <pc:sldMk cId="1076714226" sldId="274"/>
            <ac:spMk id="6" creationId="{87B6BE36-80E3-B7EE-3D7C-F326C3D7F2E2}"/>
          </ac:spMkLst>
        </pc:spChg>
        <pc:spChg chg="add del mod ord">
          <ac:chgData name="SARANYA POLAVARAPU" userId="5bcc5891b12c9f72" providerId="LiveId" clId="{364FE8B3-A46E-473E-81D8-63074E5C7D79}" dt="2026-02-15T16:19:13.994" v="716" actId="21"/>
          <ac:spMkLst>
            <pc:docMk/>
            <pc:sldMk cId="1076714226" sldId="274"/>
            <ac:spMk id="7" creationId="{C91ADF58-29F2-C4CB-961C-D5E11E97E6BB}"/>
          </ac:spMkLst>
        </pc:spChg>
        <pc:spChg chg="add mod ord">
          <ac:chgData name="SARANYA POLAVARAPU" userId="5bcc5891b12c9f72" providerId="LiveId" clId="{364FE8B3-A46E-473E-81D8-63074E5C7D79}" dt="2026-02-15T16:38:14.575" v="875" actId="1076"/>
          <ac:spMkLst>
            <pc:docMk/>
            <pc:sldMk cId="1076714226" sldId="274"/>
            <ac:spMk id="8" creationId="{1378E785-36E6-6915-E45C-243583825004}"/>
          </ac:spMkLst>
        </pc:spChg>
        <pc:spChg chg="add mod">
          <ac:chgData name="SARANYA POLAVARAPU" userId="5bcc5891b12c9f72" providerId="LiveId" clId="{364FE8B3-A46E-473E-81D8-63074E5C7D79}" dt="2026-02-15T16:37:58.205" v="874" actId="20577"/>
          <ac:spMkLst>
            <pc:docMk/>
            <pc:sldMk cId="1076714226" sldId="274"/>
            <ac:spMk id="9" creationId="{B5B0A46A-08ED-77C0-1C6B-94DE01AAEE8C}"/>
          </ac:spMkLst>
        </pc:spChg>
        <pc:graphicFrameChg chg="add mod">
          <ac:chgData name="SARANYA POLAVARAPU" userId="5bcc5891b12c9f72" providerId="LiveId" clId="{364FE8B3-A46E-473E-81D8-63074E5C7D79}" dt="2026-02-15T16:38:56.534" v="882" actId="14100"/>
          <ac:graphicFrameMkLst>
            <pc:docMk/>
            <pc:sldMk cId="1076714226" sldId="274"/>
            <ac:graphicFrameMk id="10" creationId="{3009B772-5753-539D-CC39-5E87E77602C0}"/>
          </ac:graphicFrameMkLst>
        </pc:graphicFrameChg>
      </pc:sldChg>
      <pc:sldChg chg="new del">
        <pc:chgData name="SARANYA POLAVARAPU" userId="5bcc5891b12c9f72" providerId="LiveId" clId="{364FE8B3-A46E-473E-81D8-63074E5C7D79}" dt="2026-02-15T16:44:53.417" v="887" actId="2696"/>
        <pc:sldMkLst>
          <pc:docMk/>
          <pc:sldMk cId="507576868" sldId="275"/>
        </pc:sldMkLst>
      </pc:sldChg>
      <pc:sldChg chg="addSp delSp modSp new mod">
        <pc:chgData name="SARANYA POLAVARAPU" userId="5bcc5891b12c9f72" providerId="LiveId" clId="{364FE8B3-A46E-473E-81D8-63074E5C7D79}" dt="2026-02-15T16:31:31.440" v="767" actId="20577"/>
        <pc:sldMkLst>
          <pc:docMk/>
          <pc:sldMk cId="1697134854" sldId="276"/>
        </pc:sldMkLst>
        <pc:spChg chg="del">
          <ac:chgData name="SARANYA POLAVARAPU" userId="5bcc5891b12c9f72" providerId="LiveId" clId="{364FE8B3-A46E-473E-81D8-63074E5C7D79}" dt="2026-02-15T16:30:01.579" v="750" actId="21"/>
          <ac:spMkLst>
            <pc:docMk/>
            <pc:sldMk cId="1697134854" sldId="276"/>
            <ac:spMk id="2" creationId="{AFBF9937-C8EB-656E-E79D-A32B21144A11}"/>
          </ac:spMkLst>
        </pc:spChg>
        <pc:spChg chg="del">
          <ac:chgData name="SARANYA POLAVARAPU" userId="5bcc5891b12c9f72" providerId="LiveId" clId="{364FE8B3-A46E-473E-81D8-63074E5C7D79}" dt="2026-02-15T16:28:16.376" v="739" actId="21"/>
          <ac:spMkLst>
            <pc:docMk/>
            <pc:sldMk cId="1697134854" sldId="276"/>
            <ac:spMk id="3" creationId="{EF5A29F2-94EB-E3B0-20B2-1CD6379D6A5A}"/>
          </ac:spMkLst>
        </pc:spChg>
        <pc:spChg chg="del">
          <ac:chgData name="SARANYA POLAVARAPU" userId="5bcc5891b12c9f72" providerId="LiveId" clId="{364FE8B3-A46E-473E-81D8-63074E5C7D79}" dt="2026-02-15T16:29:55.972" v="749" actId="21"/>
          <ac:spMkLst>
            <pc:docMk/>
            <pc:sldMk cId="1697134854" sldId="276"/>
            <ac:spMk id="4" creationId="{A2275800-6450-9444-4ECB-E9343C64F765}"/>
          </ac:spMkLst>
        </pc:spChg>
        <pc:spChg chg="add mod">
          <ac:chgData name="SARANYA POLAVARAPU" userId="5bcc5891b12c9f72" providerId="LiveId" clId="{364FE8B3-A46E-473E-81D8-63074E5C7D79}" dt="2026-02-15T16:31:31.440" v="767" actId="20577"/>
          <ac:spMkLst>
            <pc:docMk/>
            <pc:sldMk cId="1697134854" sldId="276"/>
            <ac:spMk id="6" creationId="{2CF6C28F-477A-51CC-F58B-60738F6F8411}"/>
          </ac:spMkLst>
        </pc:spChg>
        <pc:spChg chg="add mod">
          <ac:chgData name="SARANYA POLAVARAPU" userId="5bcc5891b12c9f72" providerId="LiveId" clId="{364FE8B3-A46E-473E-81D8-63074E5C7D79}" dt="2026-02-15T16:31:24.263" v="759" actId="1076"/>
          <ac:spMkLst>
            <pc:docMk/>
            <pc:sldMk cId="1697134854" sldId="276"/>
            <ac:spMk id="7" creationId="{31EF992B-2DF3-6E46-71BB-0DB34A03892D}"/>
          </ac:spMkLst>
        </pc:spChg>
        <pc:graphicFrameChg chg="add mod">
          <ac:chgData name="SARANYA POLAVARAPU" userId="5bcc5891b12c9f72" providerId="LiveId" clId="{364FE8B3-A46E-473E-81D8-63074E5C7D79}" dt="2026-02-15T16:29:50.151" v="748" actId="1076"/>
          <ac:graphicFrameMkLst>
            <pc:docMk/>
            <pc:sldMk cId="1697134854" sldId="276"/>
            <ac:graphicFrameMk id="5" creationId="{FA2CAE2B-195C-C8C5-CC24-60110F4FBFB2}"/>
          </ac:graphicFrameMkLst>
        </pc:graphicFrameChg>
      </pc:sldChg>
      <pc:sldChg chg="addSp delSp modSp new mod modClrScheme chgLayout">
        <pc:chgData name="SARANYA POLAVARAPU" userId="5bcc5891b12c9f72" providerId="LiveId" clId="{364FE8B3-A46E-473E-81D8-63074E5C7D79}" dt="2026-02-15T16:48:54.290" v="1022" actId="255"/>
        <pc:sldMkLst>
          <pc:docMk/>
          <pc:sldMk cId="529149844" sldId="277"/>
        </pc:sldMkLst>
        <pc:spChg chg="del mod ord">
          <ac:chgData name="SARANYA POLAVARAPU" userId="5bcc5891b12c9f72" providerId="LiveId" clId="{364FE8B3-A46E-473E-81D8-63074E5C7D79}" dt="2026-02-15T16:44:57.948" v="888" actId="700"/>
          <ac:spMkLst>
            <pc:docMk/>
            <pc:sldMk cId="529149844" sldId="277"/>
            <ac:spMk id="2" creationId="{C5C5FDEE-A438-6C3D-C78F-85F49365D2AF}"/>
          </ac:spMkLst>
        </pc:spChg>
        <pc:spChg chg="del mod ord">
          <ac:chgData name="SARANYA POLAVARAPU" userId="5bcc5891b12c9f72" providerId="LiveId" clId="{364FE8B3-A46E-473E-81D8-63074E5C7D79}" dt="2026-02-15T16:44:57.948" v="888" actId="700"/>
          <ac:spMkLst>
            <pc:docMk/>
            <pc:sldMk cId="529149844" sldId="277"/>
            <ac:spMk id="3" creationId="{8CE351CC-BA29-E3EA-194A-AA685A3DC96A}"/>
          </ac:spMkLst>
        </pc:spChg>
        <pc:spChg chg="del mod ord">
          <ac:chgData name="SARANYA POLAVARAPU" userId="5bcc5891b12c9f72" providerId="LiveId" clId="{364FE8B3-A46E-473E-81D8-63074E5C7D79}" dt="2026-02-15T16:44:57.948" v="888" actId="700"/>
          <ac:spMkLst>
            <pc:docMk/>
            <pc:sldMk cId="529149844" sldId="277"/>
            <ac:spMk id="4" creationId="{6CD6412F-6CDA-3B32-AE16-13097E07736C}"/>
          </ac:spMkLst>
        </pc:spChg>
        <pc:spChg chg="add del mod ord">
          <ac:chgData name="SARANYA POLAVARAPU" userId="5bcc5891b12c9f72" providerId="LiveId" clId="{364FE8B3-A46E-473E-81D8-63074E5C7D79}" dt="2026-02-15T16:45:03.618" v="889" actId="21"/>
          <ac:spMkLst>
            <pc:docMk/>
            <pc:sldMk cId="529149844" sldId="277"/>
            <ac:spMk id="5" creationId="{B82204BE-04DD-CA3C-E267-3ED4F46547EC}"/>
          </ac:spMkLst>
        </pc:spChg>
        <pc:spChg chg="add del mod ord">
          <ac:chgData name="SARANYA POLAVARAPU" userId="5bcc5891b12c9f72" providerId="LiveId" clId="{364FE8B3-A46E-473E-81D8-63074E5C7D79}" dt="2026-02-15T16:45:16.837" v="891" actId="21"/>
          <ac:spMkLst>
            <pc:docMk/>
            <pc:sldMk cId="529149844" sldId="277"/>
            <ac:spMk id="6" creationId="{A8E45327-FBAC-9AC0-E3C6-27E1384406D0}"/>
          </ac:spMkLst>
        </pc:spChg>
        <pc:spChg chg="add del mod ord">
          <ac:chgData name="SARANYA POLAVARAPU" userId="5bcc5891b12c9f72" providerId="LiveId" clId="{364FE8B3-A46E-473E-81D8-63074E5C7D79}" dt="2026-02-15T16:45:09.505" v="890" actId="21"/>
          <ac:spMkLst>
            <pc:docMk/>
            <pc:sldMk cId="529149844" sldId="277"/>
            <ac:spMk id="7" creationId="{866615A8-E9B2-950D-9041-91B830DDBA8D}"/>
          </ac:spMkLst>
        </pc:spChg>
        <pc:spChg chg="add mod ord">
          <ac:chgData name="SARANYA POLAVARAPU" userId="5bcc5891b12c9f72" providerId="LiveId" clId="{364FE8B3-A46E-473E-81D8-63074E5C7D79}" dt="2026-02-15T16:47:14.647" v="920" actId="20577"/>
          <ac:spMkLst>
            <pc:docMk/>
            <pc:sldMk cId="529149844" sldId="277"/>
            <ac:spMk id="8" creationId="{0B5F166E-72EF-4DA5-8E1B-6EEAF19979D2}"/>
          </ac:spMkLst>
        </pc:spChg>
        <pc:spChg chg="add mod">
          <ac:chgData name="SARANYA POLAVARAPU" userId="5bcc5891b12c9f72" providerId="LiveId" clId="{364FE8B3-A46E-473E-81D8-63074E5C7D79}" dt="2026-02-15T16:47:27.314" v="922" actId="255"/>
          <ac:spMkLst>
            <pc:docMk/>
            <pc:sldMk cId="529149844" sldId="277"/>
            <ac:spMk id="9" creationId="{080D516F-236A-CA6A-6DCE-B7F4F686E666}"/>
          </ac:spMkLst>
        </pc:spChg>
        <pc:spChg chg="add mod">
          <ac:chgData name="SARANYA POLAVARAPU" userId="5bcc5891b12c9f72" providerId="LiveId" clId="{364FE8B3-A46E-473E-81D8-63074E5C7D79}" dt="2026-02-15T16:48:54.290" v="1022" actId="255"/>
          <ac:spMkLst>
            <pc:docMk/>
            <pc:sldMk cId="529149844" sldId="277"/>
            <ac:spMk id="10" creationId="{782F13B2-A15F-AE5E-A8AB-2B4AF38D6E98}"/>
          </ac:spMkLst>
        </pc:spChg>
      </pc:sldChg>
      <pc:sldChg chg="addSp delSp modSp new mod">
        <pc:chgData name="SARANYA POLAVARAPU" userId="5bcc5891b12c9f72" providerId="LiveId" clId="{364FE8B3-A46E-473E-81D8-63074E5C7D79}" dt="2026-02-15T16:51:36.878" v="1045" actId="339"/>
        <pc:sldMkLst>
          <pc:docMk/>
          <pc:sldMk cId="3913068157" sldId="278"/>
        </pc:sldMkLst>
        <pc:spChg chg="del">
          <ac:chgData name="SARANYA POLAVARAPU" userId="5bcc5891b12c9f72" providerId="LiveId" clId="{364FE8B3-A46E-473E-81D8-63074E5C7D79}" dt="2026-02-15T16:49:12.526" v="1024" actId="21"/>
          <ac:spMkLst>
            <pc:docMk/>
            <pc:sldMk cId="3913068157" sldId="278"/>
            <ac:spMk id="2" creationId="{B74CB4F1-EB9B-CF61-B146-2EBB328AEB41}"/>
          </ac:spMkLst>
        </pc:spChg>
        <pc:spChg chg="del">
          <ac:chgData name="SARANYA POLAVARAPU" userId="5bcc5891b12c9f72" providerId="LiveId" clId="{364FE8B3-A46E-473E-81D8-63074E5C7D79}" dt="2026-02-15T16:49:15.021" v="1025" actId="21"/>
          <ac:spMkLst>
            <pc:docMk/>
            <pc:sldMk cId="3913068157" sldId="278"/>
            <ac:spMk id="3" creationId="{A3EFCC93-B9B9-BB13-6C86-95BA41E95383}"/>
          </ac:spMkLst>
        </pc:spChg>
        <pc:spChg chg="del">
          <ac:chgData name="SARANYA POLAVARAPU" userId="5bcc5891b12c9f72" providerId="LiveId" clId="{364FE8B3-A46E-473E-81D8-63074E5C7D79}" dt="2026-02-15T16:49:18.986" v="1026" actId="21"/>
          <ac:spMkLst>
            <pc:docMk/>
            <pc:sldMk cId="3913068157" sldId="278"/>
            <ac:spMk id="4" creationId="{CFAD800A-BA3C-ED37-25A8-C3828E44E493}"/>
          </ac:spMkLst>
        </pc:spChg>
        <pc:spChg chg="del">
          <ac:chgData name="SARANYA POLAVARAPU" userId="5bcc5891b12c9f72" providerId="LiveId" clId="{364FE8B3-A46E-473E-81D8-63074E5C7D79}" dt="2026-02-15T16:49:22.973" v="1027" actId="21"/>
          <ac:spMkLst>
            <pc:docMk/>
            <pc:sldMk cId="3913068157" sldId="278"/>
            <ac:spMk id="5" creationId="{E5F6FD85-58C0-0B14-B31E-B359D8024CC1}"/>
          </ac:spMkLst>
        </pc:spChg>
        <pc:spChg chg="add mod">
          <ac:chgData name="SARANYA POLAVARAPU" userId="5bcc5891b12c9f72" providerId="LiveId" clId="{364FE8B3-A46E-473E-81D8-63074E5C7D79}" dt="2026-02-15T16:51:36.878" v="1045" actId="339"/>
          <ac:spMkLst>
            <pc:docMk/>
            <pc:sldMk cId="3913068157" sldId="278"/>
            <ac:spMk id="6" creationId="{8416C0E2-00E1-C83A-C086-16736C66F138}"/>
          </ac:spMkLst>
        </pc:spChg>
        <pc:spChg chg="add mod">
          <ac:chgData name="SARANYA POLAVARAPU" userId="5bcc5891b12c9f72" providerId="LiveId" clId="{364FE8B3-A46E-473E-81D8-63074E5C7D79}" dt="2026-02-15T16:51:23.993" v="1044" actId="1076"/>
          <ac:spMkLst>
            <pc:docMk/>
            <pc:sldMk cId="3913068157" sldId="278"/>
            <ac:spMk id="7" creationId="{C8DE42E8-9FBB-0E9F-CEAA-5B9F3A1ED54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5bcc5891b12c9f72/Documents/saranya.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1!PivotTable8</c:name>
    <c:fmtId val="17"/>
  </c:pivotSource>
  <c:chart>
    <c:title>
      <c:tx>
        <c:rich>
          <a:bodyPr rot="0" spcFirstLastPara="1" vertOverflow="ellipsis" vert="horz" wrap="square" anchor="ctr" anchorCtr="1"/>
          <a:lstStyle/>
          <a:p>
            <a:pPr>
              <a:defRPr sz="1800" b="1" i="0" u="none" strike="noStrike" kern="1200" spc="0" baseline="0">
                <a:solidFill>
                  <a:sysClr val="windowText" lastClr="000000"/>
                </a:solidFill>
                <a:latin typeface="+mn-lt"/>
                <a:ea typeface="+mn-ea"/>
                <a:cs typeface="+mn-cs"/>
              </a:defRPr>
            </a:pPr>
            <a:r>
              <a:rPr lang="en-IN" sz="1800" b="1">
                <a:solidFill>
                  <a:sysClr val="windowText" lastClr="000000"/>
                </a:solidFill>
              </a:rPr>
              <a:t>ORDERS BY AGE  </a:t>
            </a:r>
          </a:p>
        </c:rich>
      </c:tx>
      <c:overlay val="0"/>
      <c:spPr>
        <a:noFill/>
        <a:ln>
          <a:noFill/>
        </a:ln>
        <a:effectLst/>
      </c:spPr>
      <c:txPr>
        <a:bodyPr rot="0" spcFirstLastPara="1" vertOverflow="ellipsis" vert="horz" wrap="square" anchor="ctr" anchorCtr="1"/>
        <a:lstStyle/>
        <a:p>
          <a:pPr>
            <a:defRPr sz="1800" b="1" i="0" u="none" strike="noStrike" kern="1200" spc="0" baseline="0">
              <a:solidFill>
                <a:sysClr val="windowText" lastClr="000000"/>
              </a:solidFill>
              <a:latin typeface="+mn-lt"/>
              <a:ea typeface="+mn-ea"/>
              <a:cs typeface="+mn-cs"/>
            </a:defRPr>
          </a:pPr>
          <a:endParaRPr lang="en-IN"/>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dLbl>
          <c:idx val="0"/>
          <c:layout>
            <c:manualLayout>
              <c:x val="-1.0185067526415994E-16"/>
              <c:y val="-3.7037037037037035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dLbl>
          <c:idx val="0"/>
          <c:layout>
            <c:manualLayout>
              <c:x val="0"/>
              <c:y val="-3.7037037037037014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dLbl>
          <c:idx val="0"/>
          <c:layout>
            <c:manualLayout>
              <c:x val="0"/>
              <c:y val="-3.7037037037037035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dLbl>
          <c:idx val="0"/>
          <c:layout>
            <c:manualLayout>
              <c:x val="-5.5555555555555809E-3"/>
              <c:y val="-4.6296296296296384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dLbl>
          <c:idx val="0"/>
          <c:layout>
            <c:manualLayout>
              <c:x val="-5.5555555555555809E-3"/>
              <c:y val="-4.6296296296296384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dLbl>
          <c:idx val="0"/>
          <c:layout>
            <c:manualLayout>
              <c:x val="0"/>
              <c:y val="-3.7037037037037035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dLbl>
          <c:idx val="0"/>
          <c:layout>
            <c:manualLayout>
              <c:x val="0"/>
              <c:y val="-3.7037037037037014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dLbl>
          <c:idx val="0"/>
          <c:layout>
            <c:manualLayout>
              <c:x val="-1.0185067526415994E-16"/>
              <c:y val="-3.7037037037037035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dLbl>
          <c:idx val="0"/>
          <c:layout>
            <c:manualLayout>
              <c:x val="-5.5555555555555809E-3"/>
              <c:y val="-4.6296296296296384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a:sp3d/>
        </c:spPr>
        <c:dLbl>
          <c:idx val="0"/>
          <c:layout>
            <c:manualLayout>
              <c:x val="0"/>
              <c:y val="-3.7037037037037035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a:sp3d/>
        </c:spPr>
        <c:dLbl>
          <c:idx val="0"/>
          <c:layout>
            <c:manualLayout>
              <c:x val="0"/>
              <c:y val="-3.7037037037037014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a:sp3d/>
        </c:spPr>
        <c:dLbl>
          <c:idx val="0"/>
          <c:layout>
            <c:manualLayout>
              <c:x val="-1.0185067526415994E-16"/>
              <c:y val="-3.7037037037037035E-2"/>
            </c:manualLayout>
          </c:layout>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clustered"/>
        <c:varyColors val="0"/>
        <c:ser>
          <c:idx val="0"/>
          <c:order val="0"/>
          <c:tx>
            <c:strRef>
              <c:f>'Dashboard 1'!$B$3</c:f>
              <c:strCache>
                <c:ptCount val="1"/>
                <c:pt idx="0">
                  <c:v>Total</c:v>
                </c:pt>
              </c:strCache>
            </c:strRef>
          </c:tx>
          <c:spPr>
            <a:solidFill>
              <a:schemeClr val="accent1"/>
            </a:solidFill>
            <a:ln>
              <a:noFill/>
            </a:ln>
            <a:effectLst/>
            <a:sp3d/>
          </c:spPr>
          <c:invertIfNegative val="0"/>
          <c:dPt>
            <c:idx val="0"/>
            <c:invertIfNegative val="0"/>
            <c:bubble3D val="0"/>
            <c:extLst>
              <c:ext xmlns:c16="http://schemas.microsoft.com/office/drawing/2014/chart" uri="{C3380CC4-5D6E-409C-BE32-E72D297353CC}">
                <c16:uniqueId val="{00000000-815A-4C49-8C73-E27DC859CBB0}"/>
              </c:ext>
            </c:extLst>
          </c:dPt>
          <c:dPt>
            <c:idx val="1"/>
            <c:invertIfNegative val="0"/>
            <c:bubble3D val="0"/>
            <c:extLst>
              <c:ext xmlns:c16="http://schemas.microsoft.com/office/drawing/2014/chart" uri="{C3380CC4-5D6E-409C-BE32-E72D297353CC}">
                <c16:uniqueId val="{00000001-815A-4C49-8C73-E27DC859CBB0}"/>
              </c:ext>
            </c:extLst>
          </c:dPt>
          <c:dPt>
            <c:idx val="2"/>
            <c:invertIfNegative val="0"/>
            <c:bubble3D val="0"/>
            <c:extLst>
              <c:ext xmlns:c16="http://schemas.microsoft.com/office/drawing/2014/chart" uri="{C3380CC4-5D6E-409C-BE32-E72D297353CC}">
                <c16:uniqueId val="{00000002-815A-4C49-8C73-E27DC859CBB0}"/>
              </c:ext>
            </c:extLst>
          </c:dPt>
          <c:dPt>
            <c:idx val="3"/>
            <c:invertIfNegative val="0"/>
            <c:bubble3D val="0"/>
            <c:extLst>
              <c:ext xmlns:c16="http://schemas.microsoft.com/office/drawing/2014/chart" uri="{C3380CC4-5D6E-409C-BE32-E72D297353CC}">
                <c16:uniqueId val="{00000003-815A-4C49-8C73-E27DC859CBB0}"/>
              </c:ext>
            </c:extLst>
          </c:dPt>
          <c:dLbls>
            <c:dLbl>
              <c:idx val="0"/>
              <c:layout>
                <c:manualLayout>
                  <c:x val="-5.5555555555555809E-3"/>
                  <c:y val="-4.62962962962963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15A-4C49-8C73-E27DC859CBB0}"/>
                </c:ext>
              </c:extLst>
            </c:dLbl>
            <c:dLbl>
              <c:idx val="1"/>
              <c:layout>
                <c:manualLayout>
                  <c:x val="0"/>
                  <c:y val="-3.7037037037037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15A-4C49-8C73-E27DC859CBB0}"/>
                </c:ext>
              </c:extLst>
            </c:dLbl>
            <c:dLbl>
              <c:idx val="2"/>
              <c:layout>
                <c:manualLayout>
                  <c:x val="0"/>
                  <c:y val="-3.70370370370370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15A-4C49-8C73-E27DC859CBB0}"/>
                </c:ext>
              </c:extLst>
            </c:dLbl>
            <c:dLbl>
              <c:idx val="3"/>
              <c:layout>
                <c:manualLayout>
                  <c:x val="-1.0185067526415994E-16"/>
                  <c:y val="-3.7037037037037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15A-4C49-8C73-E27DC859CBB0}"/>
                </c:ext>
              </c:extLst>
            </c:dLbl>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1'!$A$4:$A$8</c:f>
              <c:strCache>
                <c:ptCount val="4"/>
                <c:pt idx="0">
                  <c:v>18-24</c:v>
                </c:pt>
                <c:pt idx="1">
                  <c:v>25-35</c:v>
                </c:pt>
                <c:pt idx="2">
                  <c:v>36-50</c:v>
                </c:pt>
                <c:pt idx="3">
                  <c:v>50+</c:v>
                </c:pt>
              </c:strCache>
            </c:strRef>
          </c:cat>
          <c:val>
            <c:numRef>
              <c:f>'Dashboard 1'!$B$4:$B$8</c:f>
              <c:numCache>
                <c:formatCode>0.00%</c:formatCode>
                <c:ptCount val="4"/>
                <c:pt idx="0">
                  <c:v>0.14634494269013001</c:v>
                </c:pt>
                <c:pt idx="1">
                  <c:v>0.23070196256036152</c:v>
                </c:pt>
                <c:pt idx="2">
                  <c:v>0.32375739127488323</c:v>
                </c:pt>
                <c:pt idx="3">
                  <c:v>0.29919570347462521</c:v>
                </c:pt>
              </c:numCache>
            </c:numRef>
          </c:val>
          <c:extLst>
            <c:ext xmlns:c16="http://schemas.microsoft.com/office/drawing/2014/chart" uri="{C3380CC4-5D6E-409C-BE32-E72D297353CC}">
              <c16:uniqueId val="{00000004-815A-4C49-8C73-E27DC859CBB0}"/>
            </c:ext>
          </c:extLst>
        </c:ser>
        <c:dLbls>
          <c:showLegendKey val="0"/>
          <c:showVal val="1"/>
          <c:showCatName val="0"/>
          <c:showSerName val="0"/>
          <c:showPercent val="0"/>
          <c:showBubbleSize val="0"/>
        </c:dLbls>
        <c:gapWidth val="150"/>
        <c:shape val="box"/>
        <c:axId val="1404529631"/>
        <c:axId val="1404527711"/>
        <c:axId val="0"/>
      </c:bar3DChart>
      <c:catAx>
        <c:axId val="1404529631"/>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404527711"/>
        <c:crosses val="autoZero"/>
        <c:auto val="1"/>
        <c:lblAlgn val="ctr"/>
        <c:lblOffset val="100"/>
        <c:noMultiLvlLbl val="0"/>
      </c:catAx>
      <c:valAx>
        <c:axId val="1404527711"/>
        <c:scaling>
          <c:orientation val="minMax"/>
        </c:scaling>
        <c:delete val="1"/>
        <c:axPos val="l"/>
        <c:numFmt formatCode="0.00%" sourceLinked="1"/>
        <c:majorTickMark val="out"/>
        <c:minorTickMark val="none"/>
        <c:tickLblPos val="nextTo"/>
        <c:crossAx val="1404529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w="9525" cap="flat" cmpd="sng" algn="ctr">
      <a:noFill/>
      <a:round/>
    </a:ln>
    <a:effectLst/>
    <a:scene3d>
      <a:camera prst="orthographicFront"/>
      <a:lightRig rig="threePt" dir="t"/>
    </a:scene3d>
    <a:sp3d>
      <a:bevelT prst="relaxedInse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1!PivotTable10</c:name>
    <c:fmtId val="28"/>
  </c:pivotSource>
  <c:chart>
    <c:title>
      <c:tx>
        <c:rich>
          <a:bodyPr rot="0" spcFirstLastPara="1" vertOverflow="ellipsis" vert="horz" wrap="square" anchor="ctr" anchorCtr="1"/>
          <a:lstStyle/>
          <a:p>
            <a:pPr>
              <a:defRPr sz="1800" b="1" i="0" u="none" strike="noStrike" kern="1200" baseline="0">
                <a:solidFill>
                  <a:sysClr val="windowText" lastClr="000000"/>
                </a:solidFill>
                <a:latin typeface="+mn-lt"/>
                <a:ea typeface="+mn-ea"/>
                <a:cs typeface="+mn-cs"/>
              </a:defRPr>
            </a:pPr>
            <a:r>
              <a:rPr lang="en-US" sz="1800" b="1">
                <a:solidFill>
                  <a:sysClr val="windowText" lastClr="000000"/>
                </a:solidFill>
              </a:rPr>
              <a:t>ORDERS BY CITY</a:t>
            </a:r>
          </a:p>
        </c:rich>
      </c:tx>
      <c:layout>
        <c:manualLayout>
          <c:xMode val="edge"/>
          <c:yMode val="edge"/>
          <c:x val="0.46737954143081972"/>
          <c:y val="3.30749208462865E-3"/>
        </c:manualLayout>
      </c:layout>
      <c:overlay val="0"/>
      <c:spPr>
        <a:noFill/>
        <a:ln>
          <a:noFill/>
        </a:ln>
        <a:effectLst/>
      </c:spPr>
      <c:txPr>
        <a:bodyPr rot="0" spcFirstLastPara="1" vertOverflow="ellipsis" vert="horz" wrap="square" anchor="ctr" anchorCtr="1"/>
        <a:lstStyle/>
        <a:p>
          <a:pPr>
            <a:defRPr sz="1800" b="1" i="0" u="none" strike="noStrike" kern="1200" baseline="0">
              <a:solidFill>
                <a:sysClr val="windowText" lastClr="000000"/>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7344321753540173"/>
          <c:y val="0.18634353280982038"/>
          <c:w val="0.85334951881014875"/>
          <c:h val="0.73474254775405401"/>
        </c:manualLayout>
      </c:layout>
      <c:barChart>
        <c:barDir val="bar"/>
        <c:grouping val="clustered"/>
        <c:varyColors val="0"/>
        <c:ser>
          <c:idx val="0"/>
          <c:order val="0"/>
          <c:tx>
            <c:strRef>
              <c:f>'Dashboard 1'!$H$3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1'!$G$4:$G$10</c:f>
              <c:strCache>
                <c:ptCount val="6"/>
                <c:pt idx="0">
                  <c:v>Bangalore</c:v>
                </c:pt>
                <c:pt idx="1">
                  <c:v>Chennai</c:v>
                </c:pt>
                <c:pt idx="2">
                  <c:v>Delhi</c:v>
                </c:pt>
                <c:pt idx="3">
                  <c:v>Hyderabad</c:v>
                </c:pt>
                <c:pt idx="4">
                  <c:v>Mumbai</c:v>
                </c:pt>
                <c:pt idx="5">
                  <c:v>Pune</c:v>
                </c:pt>
              </c:strCache>
            </c:strRef>
          </c:cat>
          <c:val>
            <c:numRef>
              <c:f>'Dashboard 1'!$H$4:$H$10</c:f>
              <c:numCache>
                <c:formatCode>0.00%</c:formatCode>
                <c:ptCount val="6"/>
                <c:pt idx="0">
                  <c:v>0.16839999999999999</c:v>
                </c:pt>
                <c:pt idx="1">
                  <c:v>0.16139999999999999</c:v>
                </c:pt>
                <c:pt idx="2">
                  <c:v>0.1661</c:v>
                </c:pt>
                <c:pt idx="3">
                  <c:v>0.1721</c:v>
                </c:pt>
                <c:pt idx="4">
                  <c:v>0.16700000000000001</c:v>
                </c:pt>
                <c:pt idx="5">
                  <c:v>0.16500000000000001</c:v>
                </c:pt>
              </c:numCache>
            </c:numRef>
          </c:val>
          <c:extLst>
            <c:ext xmlns:c16="http://schemas.microsoft.com/office/drawing/2014/chart" uri="{C3380CC4-5D6E-409C-BE32-E72D297353CC}">
              <c16:uniqueId val="{00000000-0055-472D-BEF3-677BDF41C65D}"/>
            </c:ext>
          </c:extLst>
        </c:ser>
        <c:dLbls>
          <c:dLblPos val="outEnd"/>
          <c:showLegendKey val="0"/>
          <c:showVal val="1"/>
          <c:showCatName val="0"/>
          <c:showSerName val="0"/>
          <c:showPercent val="0"/>
          <c:showBubbleSize val="0"/>
        </c:dLbls>
        <c:gapWidth val="150"/>
        <c:axId val="469890639"/>
        <c:axId val="469892559"/>
      </c:barChart>
      <c:catAx>
        <c:axId val="469890639"/>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469892559"/>
        <c:crosses val="autoZero"/>
        <c:auto val="1"/>
        <c:lblAlgn val="ctr"/>
        <c:lblOffset val="100"/>
        <c:noMultiLvlLbl val="0"/>
      </c:catAx>
      <c:valAx>
        <c:axId val="469892559"/>
        <c:scaling>
          <c:orientation val="minMax"/>
        </c:scaling>
        <c:delete val="1"/>
        <c:axPos val="b"/>
        <c:numFmt formatCode="0.00%" sourceLinked="1"/>
        <c:majorTickMark val="none"/>
        <c:minorTickMark val="none"/>
        <c:tickLblPos val="nextTo"/>
        <c:crossAx val="46989063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w="9525" cap="flat" cmpd="sng" algn="ctr">
      <a:noFill/>
      <a:round/>
    </a:ln>
    <a:effectLst/>
    <a:scene3d>
      <a:camera prst="orthographicFront"/>
      <a:lightRig rig="threePt" dir="t"/>
    </a:scene3d>
    <a:sp3d>
      <a:bevelT prst="relaxedInse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1!PivotTable11</c:name>
    <c:fmtId val="22"/>
  </c:pivotSource>
  <c:chart>
    <c:title>
      <c:tx>
        <c:rich>
          <a:bodyPr rot="0" spcFirstLastPara="1" vertOverflow="ellipsis" vert="horz" wrap="square" anchor="ctr" anchorCtr="1"/>
          <a:lstStyle/>
          <a:p>
            <a:pPr>
              <a:defRPr sz="1800" b="0" i="0" u="none" strike="noStrike" kern="1200" cap="all" spc="50" baseline="0">
                <a:solidFill>
                  <a:sysClr val="windowText" lastClr="000000"/>
                </a:solidFill>
                <a:latin typeface="+mn-lt"/>
                <a:ea typeface="+mn-ea"/>
                <a:cs typeface="+mn-cs"/>
              </a:defRPr>
            </a:pPr>
            <a:r>
              <a:rPr lang="en-IN" sz="1800" b="1" dirty="0">
                <a:solidFill>
                  <a:sysClr val="windowText" lastClr="000000"/>
                </a:solidFill>
              </a:rPr>
              <a:t>FOOD CATEGORY </a:t>
            </a:r>
          </a:p>
        </c:rich>
      </c:tx>
      <c:overlay val="0"/>
      <c:spPr>
        <a:noFill/>
        <a:ln>
          <a:noFill/>
        </a:ln>
        <a:effectLst/>
      </c:spPr>
      <c:txPr>
        <a:bodyPr rot="0" spcFirstLastPara="1" vertOverflow="ellipsis" vert="horz" wrap="square" anchor="ctr" anchorCtr="1"/>
        <a:lstStyle/>
        <a:p>
          <a:pPr>
            <a:defRPr sz="1800" b="0" i="0" u="none" strike="noStrike" kern="1200" cap="all" spc="50" baseline="0">
              <a:solidFill>
                <a:sysClr val="windowText" lastClr="000000"/>
              </a:solidFill>
              <a:latin typeface="+mn-lt"/>
              <a:ea typeface="+mn-ea"/>
              <a:cs typeface="+mn-cs"/>
            </a:defRPr>
          </a:pPr>
          <a:endParaRPr lang="en-IN"/>
        </a:p>
      </c:txPr>
    </c:title>
    <c:autoTitleDeleted val="0"/>
    <c:pivotFmts>
      <c:pivotFmt>
        <c:idx val="0"/>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4222642857261994"/>
              <c:y val="-0.11115615530193776"/>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3.3287036474442963E-2"/>
              <c:y val="-0.16168168043918218"/>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6340908814726546"/>
              <c:y val="-1.0105105027448887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84591747721911"/>
              <c:y val="9.599849776076432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5130471124746803"/>
              <c:y val="0.14147147038428443"/>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6"/>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3718896745047718"/>
              <c:y val="-2.9849085842367055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7"/>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8"/>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4222642857261994"/>
              <c:y val="-0.11115615530193776"/>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9"/>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3718896745047718"/>
              <c:y val="-2.9849085842367055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0"/>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5130471124746803"/>
              <c:y val="0.14147147038428443"/>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1"/>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84591747721911"/>
              <c:y val="9.599849776076432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2"/>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6340908814726546"/>
              <c:y val="-1.0105105027448887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3"/>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3.3287036474442963E-2"/>
              <c:y val="-0.16168168043918218"/>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4"/>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5"/>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4222642857261994"/>
              <c:y val="-0.11115615530193776"/>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6"/>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3718896745047718"/>
              <c:y val="-2.9849085842367055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7"/>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5130471124746803"/>
              <c:y val="0.14147147038428443"/>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8"/>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84591747721911"/>
              <c:y val="9.599849776076432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9"/>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0.16340908814726546"/>
              <c:y val="-1.0105105027448887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20"/>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layout>
            <c:manualLayout>
              <c:x val="-3.3287036474442963E-2"/>
              <c:y val="-0.16168168043918218"/>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s>
    <c:plotArea>
      <c:layout/>
      <c:doughnutChart>
        <c:varyColors val="1"/>
        <c:ser>
          <c:idx val="0"/>
          <c:order val="0"/>
          <c:tx>
            <c:strRef>
              <c:f>'Dashboard 1'!$B$13</c:f>
              <c:strCache>
                <c:ptCount val="1"/>
                <c:pt idx="0">
                  <c:v>Total</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5528-4B5C-A243-4182617C3B4E}"/>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5528-4B5C-A243-4182617C3B4E}"/>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5528-4B5C-A243-4182617C3B4E}"/>
              </c:ext>
            </c:extLst>
          </c:dPt>
          <c:dPt>
            <c:idx val="3"/>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5528-4B5C-A243-4182617C3B4E}"/>
              </c:ext>
            </c:extLst>
          </c:dPt>
          <c:dPt>
            <c:idx val="4"/>
            <c:bubble3D val="0"/>
            <c:spPr>
              <a:solidFill>
                <a:schemeClr val="accent5"/>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9-5528-4B5C-A243-4182617C3B4E}"/>
              </c:ext>
            </c:extLst>
          </c:dPt>
          <c:dPt>
            <c:idx val="5"/>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B-5528-4B5C-A243-4182617C3B4E}"/>
              </c:ext>
            </c:extLst>
          </c:dPt>
          <c:dLbls>
            <c:dLbl>
              <c:idx val="0"/>
              <c:layout>
                <c:manualLayout>
                  <c:x val="0.14222642857261994"/>
                  <c:y val="-0.11115615530193776"/>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528-4B5C-A243-4182617C3B4E}"/>
                </c:ext>
              </c:extLst>
            </c:dLbl>
            <c:dLbl>
              <c:idx val="1"/>
              <c:layout>
                <c:manualLayout>
                  <c:x val="0.13718896745047718"/>
                  <c:y val="-2.9849085842367055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528-4B5C-A243-4182617C3B4E}"/>
                </c:ext>
              </c:extLst>
            </c:dLbl>
            <c:dLbl>
              <c:idx val="2"/>
              <c:layout>
                <c:manualLayout>
                  <c:x val="0.15130471124746803"/>
                  <c:y val="0.14147147038428443"/>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528-4B5C-A243-4182617C3B4E}"/>
                </c:ext>
              </c:extLst>
            </c:dLbl>
            <c:dLbl>
              <c:idx val="3"/>
              <c:layout>
                <c:manualLayout>
                  <c:x val="-0.184591747721911"/>
                  <c:y val="9.5998497760764329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528-4B5C-A243-4182617C3B4E}"/>
                </c:ext>
              </c:extLst>
            </c:dLbl>
            <c:dLbl>
              <c:idx val="4"/>
              <c:layout>
                <c:manualLayout>
                  <c:x val="-0.16340908814726546"/>
                  <c:y val="-1.0105105027448887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5528-4B5C-A243-4182617C3B4E}"/>
                </c:ext>
              </c:extLst>
            </c:dLbl>
            <c:dLbl>
              <c:idx val="5"/>
              <c:layout>
                <c:manualLayout>
                  <c:x val="-3.3287036474442963E-2"/>
                  <c:y val="-0.16168168043918218"/>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5528-4B5C-A243-4182617C3B4E}"/>
                </c:ext>
              </c:extLst>
            </c:dLbl>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'Dashboard 1'!$A$14:$A$20</c:f>
              <c:strCache>
                <c:ptCount val="6"/>
                <c:pt idx="0">
                  <c:v>Biryani</c:v>
                </c:pt>
                <c:pt idx="1">
                  <c:v>Burger</c:v>
                </c:pt>
                <c:pt idx="2">
                  <c:v>Chinese</c:v>
                </c:pt>
                <c:pt idx="3">
                  <c:v>Pizza</c:v>
                </c:pt>
                <c:pt idx="4">
                  <c:v>Sandwich</c:v>
                </c:pt>
                <c:pt idx="5">
                  <c:v>South Indian</c:v>
                </c:pt>
              </c:strCache>
            </c:strRef>
          </c:cat>
          <c:val>
            <c:numRef>
              <c:f>'Dashboard 1'!$B$14:$B$20</c:f>
              <c:numCache>
                <c:formatCode>0.00%</c:formatCode>
                <c:ptCount val="6"/>
                <c:pt idx="0">
                  <c:v>0.1666</c:v>
                </c:pt>
                <c:pt idx="1">
                  <c:v>0.16819999999999999</c:v>
                </c:pt>
                <c:pt idx="2">
                  <c:v>0.16120000000000001</c:v>
                </c:pt>
                <c:pt idx="3">
                  <c:v>0.1741</c:v>
                </c:pt>
                <c:pt idx="4">
                  <c:v>0.15970000000000001</c:v>
                </c:pt>
                <c:pt idx="5">
                  <c:v>0.17019999999999999</c:v>
                </c:pt>
              </c:numCache>
            </c:numRef>
          </c:val>
          <c:extLst>
            <c:ext xmlns:c16="http://schemas.microsoft.com/office/drawing/2014/chart" uri="{C3380CC4-5D6E-409C-BE32-E72D297353CC}">
              <c16:uniqueId val="{0000000C-D4A9-47B5-A03F-EEF70AEA0D15}"/>
            </c:ext>
          </c:extLst>
        </c:ser>
        <c:dLbls>
          <c:showLegendKey val="0"/>
          <c:showVal val="0"/>
          <c:showCatName val="0"/>
          <c:showSerName val="0"/>
          <c:showPercent val="1"/>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w="9525" cap="flat" cmpd="sng" algn="ctr">
      <a:noFill/>
      <a:round/>
    </a:ln>
    <a:effectLst/>
    <a:scene3d>
      <a:camera prst="orthographicFront"/>
      <a:lightRig rig="threePt" dir="t"/>
    </a:scene3d>
    <a:sp3d>
      <a:bevelT prst="relaxedInse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[saranya.xlsx]Dashboard 1!PivotTable12</c:name>
    <c:fmtId val="23"/>
  </c:pivotSource>
  <c:chart>
    <c:title>
      <c:tx>
        <c:rich>
          <a:bodyPr rot="0" spcFirstLastPara="1" vertOverflow="ellipsis" vert="horz" wrap="square" anchor="ctr" anchorCtr="1"/>
          <a:lstStyle/>
          <a:p>
            <a:pPr>
              <a:defRPr sz="1800" b="1" i="0" u="none" strike="noStrike" kern="1200" cap="none" baseline="0">
                <a:solidFill>
                  <a:sysClr val="windowText" lastClr="000000"/>
                </a:solidFill>
                <a:latin typeface="+mn-lt"/>
                <a:ea typeface="+mn-ea"/>
                <a:cs typeface="+mn-cs"/>
              </a:defRPr>
            </a:pPr>
            <a:r>
              <a:rPr lang="en-IN" sz="1800" b="1">
                <a:solidFill>
                  <a:sysClr val="windowText" lastClr="000000"/>
                </a:solidFill>
              </a:rPr>
              <a:t>REVENUE BY RESTURANT</a:t>
            </a:r>
          </a:p>
        </c:rich>
      </c:tx>
      <c:overlay val="0"/>
      <c:spPr>
        <a:noFill/>
        <a:ln>
          <a:noFill/>
        </a:ln>
        <a:effectLst/>
      </c:spPr>
      <c:txPr>
        <a:bodyPr rot="0" spcFirstLastPara="1" vertOverflow="ellipsis" vert="horz" wrap="square" anchor="ctr" anchorCtr="1"/>
        <a:lstStyle/>
        <a:p>
          <a:pPr>
            <a:defRPr sz="1800" b="1" i="0" u="none" strike="noStrike" kern="1200" cap="none" baseline="0">
              <a:solidFill>
                <a:sysClr val="windowText" lastClr="000000"/>
              </a:solidFill>
              <a:latin typeface="+mn-lt"/>
              <a:ea typeface="+mn-ea"/>
              <a:cs typeface="+mn-cs"/>
            </a:defRPr>
          </a:pPr>
          <a:endParaRPr lang="en-IN"/>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miter lim="800000"/>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miter lim="800000"/>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miter lim="800000"/>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'Dashboard 1'!$E$11</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miter lim="800000"/>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'Dashboard 1'!$D$12:$D$20</c:f>
              <c:strCache>
                <c:ptCount val="8"/>
                <c:pt idx="0">
                  <c:v>Bawarchi</c:v>
                </c:pt>
                <c:pt idx="1">
                  <c:v>Burger King</c:v>
                </c:pt>
                <c:pt idx="2">
                  <c:v>Dominos</c:v>
                </c:pt>
                <c:pt idx="3">
                  <c:v>KFC</c:v>
                </c:pt>
                <c:pt idx="4">
                  <c:v>McDonalds</c:v>
                </c:pt>
                <c:pt idx="5">
                  <c:v>Paradise</c:v>
                </c:pt>
                <c:pt idx="6">
                  <c:v>Pizza Hut</c:v>
                </c:pt>
                <c:pt idx="7">
                  <c:v>Subway</c:v>
                </c:pt>
              </c:strCache>
            </c:strRef>
          </c:cat>
          <c:val>
            <c:numRef>
              <c:f>'Dashboard 1'!$E$12:$E$20</c:f>
              <c:numCache>
                <c:formatCode>0.00%</c:formatCode>
                <c:ptCount val="8"/>
                <c:pt idx="0">
                  <c:v>0.12670000000000001</c:v>
                </c:pt>
                <c:pt idx="1">
                  <c:v>0.13109999999999999</c:v>
                </c:pt>
                <c:pt idx="2">
                  <c:v>0.1208</c:v>
                </c:pt>
                <c:pt idx="3">
                  <c:v>0.12609999999999999</c:v>
                </c:pt>
                <c:pt idx="4">
                  <c:v>0.1222</c:v>
                </c:pt>
                <c:pt idx="5">
                  <c:v>0.12230000000000001</c:v>
                </c:pt>
                <c:pt idx="6">
                  <c:v>0.13139999999999999</c:v>
                </c:pt>
                <c:pt idx="7">
                  <c:v>0.11940000000000001</c:v>
                </c:pt>
              </c:numCache>
            </c:numRef>
          </c:val>
          <c:extLst>
            <c:ext xmlns:c16="http://schemas.microsoft.com/office/drawing/2014/chart" uri="{C3380CC4-5D6E-409C-BE32-E72D297353CC}">
              <c16:uniqueId val="{00000000-1E5A-4F36-AFD4-0CD5C86C095B}"/>
            </c:ext>
          </c:extLst>
        </c:ser>
        <c:dLbls>
          <c:dLblPos val="outEnd"/>
          <c:showLegendKey val="0"/>
          <c:showVal val="1"/>
          <c:showCatName val="0"/>
          <c:showSerName val="0"/>
          <c:showPercent val="0"/>
          <c:showBubbleSize val="0"/>
        </c:dLbls>
        <c:gapWidth val="182"/>
        <c:overlap val="-50"/>
        <c:axId val="1293819567"/>
        <c:axId val="1293814287"/>
      </c:barChart>
      <c:catAx>
        <c:axId val="129381956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293814287"/>
        <c:crosses val="autoZero"/>
        <c:auto val="1"/>
        <c:lblAlgn val="ctr"/>
        <c:lblOffset val="100"/>
        <c:noMultiLvlLbl val="0"/>
      </c:catAx>
      <c:valAx>
        <c:axId val="1293814287"/>
        <c:scaling>
          <c:orientation val="minMax"/>
        </c:scaling>
        <c:delete val="1"/>
        <c:axPos val="b"/>
        <c:numFmt formatCode="0.00%" sourceLinked="1"/>
        <c:majorTickMark val="none"/>
        <c:minorTickMark val="none"/>
        <c:tickLblPos val="nextTo"/>
        <c:crossAx val="12938195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w="9525" cap="flat" cmpd="sng" algn="ctr">
      <a:noFill/>
      <a:round/>
    </a:ln>
    <a:effectLst/>
    <a:scene3d>
      <a:camera prst="orthographicFront"/>
      <a:lightRig rig="threePt" dir="t"/>
    </a:scene3d>
    <a:sp3d>
      <a:bevelT prst="relaxedInse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1!PivotTable15</c:name>
    <c:fmtId val="17"/>
  </c:pivotSource>
  <c:chart>
    <c:title>
      <c:tx>
        <c:rich>
          <a:bodyPr rot="0" spcFirstLastPara="1" vertOverflow="ellipsis" vert="horz" wrap="square" anchor="ctr" anchorCtr="1"/>
          <a:lstStyle/>
          <a:p>
            <a:pPr>
              <a:defRPr sz="1800" b="1" i="0" u="none" strike="noStrike" kern="1200" spc="0" baseline="0">
                <a:solidFill>
                  <a:sysClr val="windowText" lastClr="000000"/>
                </a:solidFill>
                <a:latin typeface="+mn-lt"/>
                <a:ea typeface="+mn-ea"/>
                <a:cs typeface="+mn-cs"/>
              </a:defRPr>
            </a:pPr>
            <a:r>
              <a:rPr lang="en-IN" sz="1800" b="1">
                <a:solidFill>
                  <a:sysClr val="windowText" lastClr="000000"/>
                </a:solidFill>
              </a:rPr>
              <a:t>PAYMENT MODE DISTRIBUTION</a:t>
            </a:r>
          </a:p>
        </c:rich>
      </c:tx>
      <c:overlay val="0"/>
      <c:spPr>
        <a:noFill/>
        <a:ln>
          <a:noFill/>
        </a:ln>
        <a:effectLst/>
      </c:spPr>
      <c:txPr>
        <a:bodyPr rot="0" spcFirstLastPara="1" vertOverflow="ellipsis" vert="horz" wrap="square" anchor="ctr" anchorCtr="1"/>
        <a:lstStyle/>
        <a:p>
          <a:pPr>
            <a:defRPr sz="1800" b="1" i="0" u="none" strike="noStrike" kern="1200" spc="0" baseline="0">
              <a:solidFill>
                <a:sysClr val="windowText" lastClr="000000"/>
              </a:solidFill>
              <a:latin typeface="+mn-lt"/>
              <a:ea typeface="+mn-ea"/>
              <a:cs typeface="+mn-cs"/>
            </a:defRPr>
          </a:pPr>
          <a:endParaRPr lang="en-IN"/>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dLbl>
          <c:idx val="0"/>
          <c:layout>
            <c:manualLayout>
              <c:x val="2.141055218181805E-2"/>
              <c:y val="-0.26227601459740085"/>
            </c:manualLayout>
          </c:layout>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dLbl>
          <c:idx val="0"/>
          <c:layout>
            <c:manualLayout>
              <c:x val="2.141055218181805E-2"/>
              <c:y val="-0.26227601459740085"/>
            </c:manualLayout>
          </c:layout>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dLbl>
          <c:idx val="0"/>
          <c:layout>
            <c:manualLayout>
              <c:x val="2.141055218181805E-2"/>
              <c:y val="-0.26227601459740085"/>
            </c:manualLayout>
          </c:layout>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pivotFmt>
    </c:pivotFmts>
    <c:plotArea>
      <c:layout/>
      <c:ofPieChart>
        <c:ofPieType val="pie"/>
        <c:varyColors val="1"/>
        <c:ser>
          <c:idx val="0"/>
          <c:order val="0"/>
          <c:tx>
            <c:strRef>
              <c:f>'Dashboard 1'!$F$23</c:f>
              <c:strCache>
                <c:ptCount val="1"/>
                <c:pt idx="0">
                  <c:v>Total</c:v>
                </c:pt>
              </c:strCache>
            </c:strRef>
          </c:tx>
          <c:explosion val="4"/>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DB6-407D-A5D7-92D56E08E3F7}"/>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7DB6-407D-A5D7-92D56E08E3F7}"/>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5-7DB6-407D-A5D7-92D56E08E3F7}"/>
              </c:ext>
            </c:extLst>
          </c:dPt>
          <c:dLbls>
            <c:dLbl>
              <c:idx val="0"/>
              <c:layout>
                <c:manualLayout>
                  <c:x val="2.141055218181805E-2"/>
                  <c:y val="-0.26227601459740085"/>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DB6-407D-A5D7-92D56E08E3F7}"/>
                </c:ext>
              </c:extLst>
            </c:dLbl>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'Dashboard 1'!$E$24:$E$26</c:f>
              <c:strCache>
                <c:ptCount val="2"/>
                <c:pt idx="0">
                  <c:v>COD</c:v>
                </c:pt>
                <c:pt idx="1">
                  <c:v>Online</c:v>
                </c:pt>
              </c:strCache>
            </c:strRef>
          </c:cat>
          <c:val>
            <c:numRef>
              <c:f>'Dashboard 1'!$F$24:$F$26</c:f>
              <c:numCache>
                <c:formatCode>0.00%</c:formatCode>
                <c:ptCount val="2"/>
                <c:pt idx="0">
                  <c:v>0.4919</c:v>
                </c:pt>
                <c:pt idx="1">
                  <c:v>0.5081</c:v>
                </c:pt>
              </c:numCache>
            </c:numRef>
          </c:val>
          <c:extLst>
            <c:ext xmlns:c16="http://schemas.microsoft.com/office/drawing/2014/chart" uri="{C3380CC4-5D6E-409C-BE32-E72D297353CC}">
              <c16:uniqueId val="{00000006-35B3-4A5E-BF20-4511203C3CBE}"/>
            </c:ext>
          </c:extLst>
        </c:ser>
        <c:dLbls>
          <c:dLblPos val="bestFit"/>
          <c:showLegendKey val="0"/>
          <c:showVal val="1"/>
          <c:showCatName val="0"/>
          <c:showSerName val="0"/>
          <c:showPercent val="0"/>
          <c:showBubbleSize val="0"/>
          <c:showLeaderLines val="1"/>
        </c:dLbls>
        <c:gapWidth val="100"/>
        <c:secondPieSize val="75"/>
        <c:serLines>
          <c:spPr>
            <a:ln w="9525" cap="flat" cmpd="sng" algn="ctr">
              <a:solidFill>
                <a:schemeClr val="tx1">
                  <a:lumMod val="35000"/>
                  <a:lumOff val="65000"/>
                </a:schemeClr>
              </a:solidFill>
              <a:round/>
            </a:ln>
            <a:effectLst/>
          </c:spPr>
        </c:serLines>
      </c:of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1" i="0" u="none" strike="noStrike" kern="1200" baseline="0">
              <a:solidFill>
                <a:schemeClr val="lt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w="9525" cap="flat" cmpd="sng" algn="ctr">
      <a:noFill/>
      <a:round/>
    </a:ln>
    <a:effectLst/>
    <a:scene3d>
      <a:camera prst="orthographicFront"/>
      <a:lightRig rig="threePt" dir="t"/>
    </a:scene3d>
    <a:sp3d>
      <a:bevelT prst="relaxedInse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[saranya.xlsx]Dashboard 2!PivotTable1</c:name>
    <c:fmtId val="23"/>
  </c:pivotSource>
  <c:chart>
    <c:title>
      <c:tx>
        <c:rich>
          <a:bodyPr rot="0" spcFirstLastPara="1" vertOverflow="ellipsis" vert="horz" wrap="square" anchor="ctr" anchorCtr="1"/>
          <a:lstStyle/>
          <a:p>
            <a:pPr>
              <a:defRPr sz="1800" b="1" i="0" u="none" strike="noStrike" kern="1200" cap="none" spc="20" baseline="0">
                <a:solidFill>
                  <a:sysClr val="windowText" lastClr="000000"/>
                </a:solidFill>
                <a:latin typeface="+mn-lt"/>
                <a:ea typeface="+mn-ea"/>
                <a:cs typeface="+mn-cs"/>
              </a:defRPr>
            </a:pPr>
            <a:r>
              <a:rPr lang="en-IN" sz="2000" b="1">
                <a:solidFill>
                  <a:sysClr val="windowText" lastClr="000000"/>
                </a:solidFill>
              </a:rPr>
              <a:t>Avg Delivery time By city</a:t>
            </a:r>
          </a:p>
        </c:rich>
      </c:tx>
      <c:overlay val="0"/>
      <c:spPr>
        <a:noFill/>
        <a:ln>
          <a:noFill/>
        </a:ln>
        <a:effectLst/>
      </c:spPr>
      <c:txPr>
        <a:bodyPr rot="0" spcFirstLastPara="1" vertOverflow="ellipsis" vert="horz" wrap="square" anchor="ctr" anchorCtr="1"/>
        <a:lstStyle/>
        <a:p>
          <a:pPr>
            <a:defRPr sz="1800" b="1" i="0" u="none" strike="noStrike" kern="1200" cap="none" spc="20" baseline="0">
              <a:solidFill>
                <a:sysClr val="windowText" lastClr="000000"/>
              </a:solidFill>
              <a:latin typeface="+mn-lt"/>
              <a:ea typeface="+mn-ea"/>
              <a:cs typeface="+mn-cs"/>
            </a:defRPr>
          </a:pPr>
          <a:endParaRPr lang="en-US"/>
        </a:p>
      </c:txPr>
    </c:title>
    <c:autoTitleDeleted val="0"/>
    <c:pivotFmts>
      <c:pivotFmt>
        <c:idx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dLbl>
          <c:idx val="0"/>
          <c:layout>
            <c:manualLayout>
              <c:x val="-5.5756483776620352E-3"/>
              <c:y val="-5.4257176882312859E-2"/>
            </c:manualLayout>
          </c:layout>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dLbl>
          <c:idx val="0"/>
          <c:layout>
            <c:manualLayout>
              <c:x val="-5.5756483776620352E-3"/>
              <c:y val="-5.4257176882312859E-2"/>
            </c:manualLayout>
          </c:layout>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dLbl>
          <c:idx val="0"/>
          <c:layout>
            <c:manualLayout>
              <c:x val="-5.5756483776620352E-3"/>
              <c:y val="-5.4257176882312859E-2"/>
            </c:manualLayout>
          </c:layout>
          <c:spPr>
            <a:noFill/>
            <a:ln>
              <a:noFill/>
            </a:ln>
            <a:effectLst/>
          </c:spPr>
          <c:txPr>
            <a:bodyPr rot="0" spcFirstLastPara="1" vertOverflow="ellipsis" vert="horz" wrap="square" anchor="ctr" anchorCtr="1"/>
            <a:lstStyle/>
            <a:p>
              <a:pPr>
                <a:defRPr sz="105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2'!$B$3</c:f>
              <c:strCache>
                <c:ptCount val="1"/>
                <c:pt idx="0">
                  <c:v>Total</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Pt>
            <c:idx val="5"/>
            <c:invertIfNegative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extLst>
              <c:ext xmlns:c16="http://schemas.microsoft.com/office/drawing/2014/chart" uri="{C3380CC4-5D6E-409C-BE32-E72D297353CC}">
                <c16:uniqueId val="{00000001-EE07-4B5C-9629-CC4F1CFF5C7A}"/>
              </c:ext>
            </c:extLst>
          </c:dPt>
          <c:dLbls>
            <c:dLbl>
              <c:idx val="5"/>
              <c:layout>
                <c:manualLayout>
                  <c:x val="-5.5756483776620352E-3"/>
                  <c:y val="-5.425717688231285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E07-4B5C-9629-CC4F1CFF5C7A}"/>
                </c:ext>
              </c:extLst>
            </c:dLbl>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'Dashboard 2'!$A$4:$A$10</c:f>
              <c:strCache>
                <c:ptCount val="6"/>
                <c:pt idx="0">
                  <c:v>Bangalore</c:v>
                </c:pt>
                <c:pt idx="1">
                  <c:v>Chennai</c:v>
                </c:pt>
                <c:pt idx="2">
                  <c:v>Delhi</c:v>
                </c:pt>
                <c:pt idx="3">
                  <c:v>Hyderabad</c:v>
                </c:pt>
                <c:pt idx="4">
                  <c:v>Mumbai</c:v>
                </c:pt>
                <c:pt idx="5">
                  <c:v>Pune</c:v>
                </c:pt>
              </c:strCache>
            </c:strRef>
          </c:cat>
          <c:val>
            <c:numRef>
              <c:f>'Dashboard 2'!$B$4:$B$10</c:f>
              <c:numCache>
                <c:formatCode>0.00</c:formatCode>
                <c:ptCount val="6"/>
                <c:pt idx="0">
                  <c:v>54.790380047505941</c:v>
                </c:pt>
                <c:pt idx="1">
                  <c:v>54.277571251548949</c:v>
                </c:pt>
                <c:pt idx="2">
                  <c:v>53.387116195063214</c:v>
                </c:pt>
                <c:pt idx="3">
                  <c:v>54.729227193492157</c:v>
                </c:pt>
                <c:pt idx="4">
                  <c:v>54.507784431137722</c:v>
                </c:pt>
                <c:pt idx="5">
                  <c:v>54.605454545454542</c:v>
                </c:pt>
              </c:numCache>
            </c:numRef>
          </c:val>
          <c:extLst>
            <c:ext xmlns:c16="http://schemas.microsoft.com/office/drawing/2014/chart" uri="{C3380CC4-5D6E-409C-BE32-E72D297353CC}">
              <c16:uniqueId val="{00000002-EE07-4B5C-9629-CC4F1CFF5C7A}"/>
            </c:ext>
          </c:extLst>
        </c:ser>
        <c:dLbls>
          <c:dLblPos val="outEnd"/>
          <c:showLegendKey val="0"/>
          <c:showVal val="1"/>
          <c:showCatName val="0"/>
          <c:showSerName val="0"/>
          <c:showPercent val="0"/>
          <c:showBubbleSize val="0"/>
        </c:dLbls>
        <c:gapWidth val="100"/>
        <c:overlap val="-24"/>
        <c:axId val="1098590639"/>
        <c:axId val="1098590159"/>
      </c:barChart>
      <c:catAx>
        <c:axId val="10985906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098590159"/>
        <c:crosses val="autoZero"/>
        <c:auto val="1"/>
        <c:lblAlgn val="ctr"/>
        <c:lblOffset val="100"/>
        <c:noMultiLvlLbl val="0"/>
      </c:catAx>
      <c:valAx>
        <c:axId val="1098590159"/>
        <c:scaling>
          <c:orientation val="minMax"/>
        </c:scaling>
        <c:delete val="1"/>
        <c:axPos val="l"/>
        <c:numFmt formatCode="0.00" sourceLinked="1"/>
        <c:majorTickMark val="none"/>
        <c:minorTickMark val="none"/>
        <c:tickLblPos val="nextTo"/>
        <c:crossAx val="10985906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9525" cap="flat" cmpd="sng" algn="ctr">
      <a:noFill/>
      <a:round/>
    </a:ln>
    <a:effectLst/>
    <a:scene3d>
      <a:camera prst="orthographicFront"/>
      <a:lightRig rig="threePt" dir="t"/>
    </a:scene3d>
    <a:sp3d>
      <a:bevelT w="165100" prst="coolSlan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2!PivotTable3</c:name>
    <c:fmtId val="16"/>
  </c:pivotSource>
  <c:chart>
    <c:title>
      <c:tx>
        <c:rich>
          <a:bodyPr rot="0" spcFirstLastPara="1" vertOverflow="ellipsis" vert="horz" wrap="square" anchor="ctr" anchorCtr="1"/>
          <a:lstStyle/>
          <a:p>
            <a:pPr>
              <a:defRPr sz="2400" b="1" i="0" u="none" strike="noStrike" kern="1200" spc="0" baseline="0">
                <a:solidFill>
                  <a:sysClr val="windowText" lastClr="000000"/>
                </a:solidFill>
                <a:latin typeface="+mn-lt"/>
                <a:ea typeface="+mn-ea"/>
                <a:cs typeface="+mn-cs"/>
              </a:defRPr>
            </a:pPr>
            <a:r>
              <a:rPr lang="en-US" sz="2400" b="1">
                <a:solidFill>
                  <a:sysClr val="windowText" lastClr="000000"/>
                </a:solidFill>
              </a:rPr>
              <a:t>Delivery Time Vs distance</a:t>
            </a:r>
          </a:p>
        </c:rich>
      </c:tx>
      <c:overlay val="0"/>
      <c:spPr>
        <a:noFill/>
        <a:ln>
          <a:noFill/>
        </a:ln>
        <a:effectLst/>
      </c:spPr>
      <c:txPr>
        <a:bodyPr rot="0" spcFirstLastPara="1" vertOverflow="ellipsis" vert="horz" wrap="square" anchor="ctr" anchorCtr="1"/>
        <a:lstStyle/>
        <a:p>
          <a:pPr>
            <a:defRPr sz="24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6"/>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lumMod val="60000"/>
              <a:lumOff val="40000"/>
            </a:schemeClr>
          </a:solidFill>
          <a:ln w="25400">
            <a:solidFill>
              <a:schemeClr val="lt1"/>
            </a:solidFill>
          </a:ln>
          <a:effectLst/>
          <a:sp3d contourW="25400">
            <a:contourClr>
              <a:schemeClr val="lt1"/>
            </a:contourClr>
          </a:sp3d>
        </c:spPr>
        <c:dLbl>
          <c:idx val="0"/>
          <c:layout>
            <c:manualLayout>
              <c:x val="-5.7086887008146849E-3"/>
              <c:y val="-1.3050017683959718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lumMod val="75000"/>
            </a:schemeClr>
          </a:solidFill>
          <a:ln w="25400">
            <a:solidFill>
              <a:schemeClr val="lt1"/>
            </a:solidFill>
          </a:ln>
          <a:effectLst/>
          <a:sp3d contourW="25400">
            <a:contourClr>
              <a:schemeClr val="lt1"/>
            </a:contourClr>
          </a:sp3d>
        </c:spPr>
        <c:dLbl>
          <c:idx val="0"/>
          <c:layout>
            <c:manualLayout>
              <c:x val="4.1069403746569103E-2"/>
              <c:y val="-7.6572290165856927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w="25400">
            <a:solidFill>
              <a:schemeClr val="lt1"/>
            </a:solidFill>
          </a:ln>
          <a:effectLst/>
          <a:sp3d contourW="25400">
            <a:contourClr>
              <a:schemeClr val="lt1"/>
            </a:contourClr>
          </a:sp3d>
        </c:spPr>
        <c:dLbl>
          <c:idx val="0"/>
          <c:layout>
            <c:manualLayout>
              <c:x val="-6.9466171198454663E-2"/>
              <c:y val="-7.1844157778150078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solidFill>
          <a:ln w="25400">
            <a:solidFill>
              <a:schemeClr val="lt1"/>
            </a:solidFill>
          </a:ln>
          <a:effectLst/>
          <a:sp3d contourW="25400">
            <a:contourClr>
              <a:schemeClr val="lt1"/>
            </a:contourClr>
          </a:sp3d>
        </c:spPr>
        <c:dLbl>
          <c:idx val="0"/>
          <c:layout>
            <c:manualLayout>
              <c:x val="-6.9466171198454663E-2"/>
              <c:y val="-7.1844157778150078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6">
              <a:lumMod val="60000"/>
              <a:lumOff val="40000"/>
            </a:schemeClr>
          </a:solidFill>
          <a:ln w="25400">
            <a:solidFill>
              <a:schemeClr val="lt1"/>
            </a:solidFill>
          </a:ln>
          <a:effectLst/>
          <a:sp3d contourW="25400">
            <a:contourClr>
              <a:schemeClr val="lt1"/>
            </a:contourClr>
          </a:sp3d>
        </c:spPr>
        <c:dLbl>
          <c:idx val="0"/>
          <c:layout>
            <c:manualLayout>
              <c:x val="-5.7086887008146849E-3"/>
              <c:y val="-1.3050017683959718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lumMod val="75000"/>
            </a:schemeClr>
          </a:solidFill>
          <a:ln w="25400">
            <a:solidFill>
              <a:schemeClr val="lt1"/>
            </a:solidFill>
          </a:ln>
          <a:effectLst/>
          <a:sp3d contourW="25400">
            <a:contourClr>
              <a:schemeClr val="lt1"/>
            </a:contourClr>
          </a:sp3d>
        </c:spPr>
        <c:dLbl>
          <c:idx val="0"/>
          <c:layout>
            <c:manualLayout>
              <c:x val="4.1069403746569103E-2"/>
              <c:y val="-7.6572290165856927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6"/>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6"/>
          </a:solidFill>
          <a:ln w="25400">
            <a:solidFill>
              <a:schemeClr val="lt1"/>
            </a:solidFill>
          </a:ln>
          <a:effectLst/>
          <a:sp3d contourW="25400">
            <a:contourClr>
              <a:schemeClr val="lt1"/>
            </a:contourClr>
          </a:sp3d>
        </c:spPr>
        <c:dLbl>
          <c:idx val="0"/>
          <c:layout>
            <c:manualLayout>
              <c:x val="-6.9466171198454663E-2"/>
              <c:y val="-7.1844157778150078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6">
              <a:lumMod val="60000"/>
              <a:lumOff val="40000"/>
            </a:schemeClr>
          </a:solidFill>
          <a:ln w="25400">
            <a:solidFill>
              <a:schemeClr val="lt1"/>
            </a:solidFill>
          </a:ln>
          <a:effectLst/>
          <a:sp3d contourW="25400">
            <a:contourClr>
              <a:schemeClr val="lt1"/>
            </a:contourClr>
          </a:sp3d>
        </c:spPr>
        <c:dLbl>
          <c:idx val="0"/>
          <c:layout>
            <c:manualLayout>
              <c:x val="-5.7086887008146849E-3"/>
              <c:y val="-1.3050017683959718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6">
              <a:lumMod val="75000"/>
            </a:schemeClr>
          </a:solidFill>
          <a:ln w="25400">
            <a:solidFill>
              <a:schemeClr val="lt1"/>
            </a:solidFill>
          </a:ln>
          <a:effectLst/>
          <a:sp3d contourW="25400">
            <a:contourClr>
              <a:schemeClr val="lt1"/>
            </a:contourClr>
          </a:sp3d>
        </c:spPr>
        <c:dLbl>
          <c:idx val="0"/>
          <c:layout>
            <c:manualLayout>
              <c:x val="4.1069403746569103E-2"/>
              <c:y val="-7.6572290165856927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'Dashboard 2'!$H$3</c:f>
              <c:strCache>
                <c:ptCount val="1"/>
                <c:pt idx="0">
                  <c:v>Total</c:v>
                </c:pt>
              </c:strCache>
            </c:strRef>
          </c:tx>
          <c:dPt>
            <c:idx val="0"/>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1-7D45-475A-B363-89E154037B85}"/>
              </c:ext>
            </c:extLst>
          </c:dPt>
          <c:dPt>
            <c:idx val="1"/>
            <c:bubble3D val="0"/>
            <c:spPr>
              <a:solidFill>
                <a:schemeClr val="accent6">
                  <a:lumMod val="60000"/>
                  <a:lumOff val="4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7D45-475A-B363-89E154037B85}"/>
              </c:ext>
            </c:extLst>
          </c:dPt>
          <c:dPt>
            <c:idx val="2"/>
            <c:bubble3D val="0"/>
            <c:spPr>
              <a:solidFill>
                <a:schemeClr val="accent6">
                  <a:lumMod val="7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7D45-475A-B363-89E154037B85}"/>
              </c:ext>
            </c:extLst>
          </c:dPt>
          <c:dLbls>
            <c:dLbl>
              <c:idx val="0"/>
              <c:layout>
                <c:manualLayout>
                  <c:x val="-6.9466171198454663E-2"/>
                  <c:y val="-7.184415777815007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D45-475A-B363-89E154037B85}"/>
                </c:ext>
              </c:extLst>
            </c:dLbl>
            <c:dLbl>
              <c:idx val="1"/>
              <c:layout>
                <c:manualLayout>
                  <c:x val="-5.7086887008146849E-3"/>
                  <c:y val="-1.305001768395971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D45-475A-B363-89E154037B85}"/>
                </c:ext>
              </c:extLst>
            </c:dLbl>
            <c:dLbl>
              <c:idx val="2"/>
              <c:layout>
                <c:manualLayout>
                  <c:x val="4.1069403746569103E-2"/>
                  <c:y val="-7.6572290165856927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D45-475A-B363-89E154037B85}"/>
                </c:ext>
              </c:extLst>
            </c:dLbl>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'Dashboard 2'!$G$4:$G$7</c:f>
              <c:strCache>
                <c:ptCount val="3"/>
                <c:pt idx="0">
                  <c:v>0-5</c:v>
                </c:pt>
                <c:pt idx="1">
                  <c:v>10-15</c:v>
                </c:pt>
                <c:pt idx="2">
                  <c:v>5-10</c:v>
                </c:pt>
              </c:strCache>
            </c:strRef>
          </c:cat>
          <c:val>
            <c:numRef>
              <c:f>'Dashboard 2'!$H$4:$H$7</c:f>
              <c:numCache>
                <c:formatCode>0.00%</c:formatCode>
                <c:ptCount val="3"/>
                <c:pt idx="0">
                  <c:v>0.99914404626528142</c:v>
                </c:pt>
                <c:pt idx="1">
                  <c:v>1.0059623918138676</c:v>
                </c:pt>
                <c:pt idx="2">
                  <c:v>0.99499287338174036</c:v>
                </c:pt>
              </c:numCache>
            </c:numRef>
          </c:val>
          <c:extLst>
            <c:ext xmlns:c16="http://schemas.microsoft.com/office/drawing/2014/chart" uri="{C3380CC4-5D6E-409C-BE32-E72D297353CC}">
              <c16:uniqueId val="{00000006-7D45-475A-B363-89E154037B85}"/>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9525" cap="flat" cmpd="sng" algn="ctr">
      <a:noFill/>
      <a:round/>
    </a:ln>
    <a:effectLst/>
    <a:scene3d>
      <a:camera prst="orthographicFront"/>
      <a:lightRig rig="threePt" dir="t"/>
    </a:scene3d>
    <a:sp3d>
      <a:bevelT w="165100" prst="coolSlan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2!PivotTable5</c:name>
    <c:fmtId val="13"/>
  </c:pivotSource>
  <c:chart>
    <c:title>
      <c:tx>
        <c:rich>
          <a:bodyPr rot="0" spcFirstLastPara="1" vertOverflow="ellipsis" vert="horz" wrap="square" anchor="ctr" anchorCtr="1"/>
          <a:lstStyle/>
          <a:p>
            <a:pPr>
              <a:defRPr sz="2000" b="1" i="0" u="none" strike="noStrike" kern="1200" spc="0" baseline="0">
                <a:solidFill>
                  <a:sysClr val="windowText" lastClr="000000"/>
                </a:solidFill>
                <a:latin typeface="+mn-lt"/>
                <a:ea typeface="+mn-ea"/>
                <a:cs typeface="+mn-cs"/>
              </a:defRPr>
            </a:pPr>
            <a:r>
              <a:rPr lang="en-US" sz="2000" b="1">
                <a:solidFill>
                  <a:sysClr val="windowText" lastClr="000000"/>
                </a:solidFill>
              </a:rPr>
              <a:t>Delivery Speed Distribution</a:t>
            </a:r>
          </a:p>
        </c:rich>
      </c:tx>
      <c:overlay val="0"/>
      <c:spPr>
        <a:noFill/>
        <a:ln>
          <a:noFill/>
        </a:ln>
        <a:effectLst/>
      </c:spPr>
      <c:txPr>
        <a:bodyPr rot="0" spcFirstLastPara="1" vertOverflow="ellipsis" vert="horz" wrap="square" anchor="ctr" anchorCtr="1"/>
        <a:lstStyle/>
        <a:p>
          <a:pPr>
            <a:defRPr sz="20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lumMod val="75000"/>
            </a:schemeClr>
          </a:solidFill>
          <a:ln w="19050">
            <a:solidFill>
              <a:schemeClr val="lt1"/>
            </a:solidFill>
          </a:ln>
          <a:effectLst/>
        </c:spPr>
        <c:dLbl>
          <c:idx val="0"/>
          <c:layout>
            <c:manualLayout>
              <c:x val="6.6666666666666666E-2"/>
              <c:y val="-9.7222222222222224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lumMod val="60000"/>
              <a:lumOff val="40000"/>
            </a:schemeClr>
          </a:solidFill>
          <a:ln w="19050">
            <a:solidFill>
              <a:schemeClr val="lt1"/>
            </a:solidFill>
          </a:ln>
          <a:effectLst/>
        </c:spPr>
        <c:dLbl>
          <c:idx val="0"/>
          <c:layout>
            <c:manualLayout>
              <c:x val="9.166666666666666E-2"/>
              <c:y val="4.1666666666666664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0.11111111111111112"/>
              <c:y val="7.407407407407407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lumMod val="75000"/>
            </a:schemeClr>
          </a:solidFill>
          <a:ln w="19050">
            <a:solidFill>
              <a:schemeClr val="lt1"/>
            </a:solidFill>
          </a:ln>
          <a:effectLst/>
        </c:spPr>
        <c:dLbl>
          <c:idx val="0"/>
          <c:layout>
            <c:manualLayout>
              <c:x val="6.6666666666666666E-2"/>
              <c:y val="-9.7222222222222224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6">
              <a:lumMod val="60000"/>
              <a:lumOff val="40000"/>
            </a:schemeClr>
          </a:solidFill>
          <a:ln w="19050">
            <a:solidFill>
              <a:schemeClr val="lt1"/>
            </a:solidFill>
          </a:ln>
          <a:effectLst/>
        </c:spPr>
        <c:dLbl>
          <c:idx val="0"/>
          <c:layout>
            <c:manualLayout>
              <c:x val="9.166666666666666E-2"/>
              <c:y val="4.1666666666666664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solidFill>
          <a:ln w="19050">
            <a:solidFill>
              <a:schemeClr val="lt1"/>
            </a:solidFill>
          </a:ln>
          <a:effectLst/>
        </c:spPr>
        <c:dLbl>
          <c:idx val="0"/>
          <c:layout>
            <c:manualLayout>
              <c:x val="-0.11111111111111112"/>
              <c:y val="7.407407407407407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6">
              <a:lumMod val="75000"/>
            </a:schemeClr>
          </a:solidFill>
          <a:ln w="19050">
            <a:solidFill>
              <a:schemeClr val="lt1"/>
            </a:solidFill>
          </a:ln>
          <a:effectLst/>
        </c:spPr>
        <c:dLbl>
          <c:idx val="0"/>
          <c:layout>
            <c:manualLayout>
              <c:x val="6.6666666666666666E-2"/>
              <c:y val="-9.7222222222222224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6">
              <a:lumMod val="60000"/>
              <a:lumOff val="40000"/>
            </a:schemeClr>
          </a:solidFill>
          <a:ln w="19050">
            <a:solidFill>
              <a:schemeClr val="lt1"/>
            </a:solidFill>
          </a:ln>
          <a:effectLst/>
        </c:spPr>
        <c:dLbl>
          <c:idx val="0"/>
          <c:layout>
            <c:manualLayout>
              <c:x val="9.166666666666666E-2"/>
              <c:y val="4.1666666666666664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dLbl>
          <c:idx val="0"/>
          <c:layout>
            <c:manualLayout>
              <c:x val="-0.11111111111111112"/>
              <c:y val="7.407407407407407E-2"/>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doughnutChart>
        <c:varyColors val="1"/>
        <c:ser>
          <c:idx val="0"/>
          <c:order val="0"/>
          <c:tx>
            <c:strRef>
              <c:f>'Dashboard 2'!$E$13</c:f>
              <c:strCache>
                <c:ptCount val="1"/>
                <c:pt idx="0">
                  <c:v>Total</c:v>
                </c:pt>
              </c:strCache>
            </c:strRef>
          </c:tx>
          <c:dPt>
            <c:idx val="0"/>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1-F7C6-434C-B3FB-03E9CD6A2499}"/>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F7C6-434C-B3FB-03E9CD6A2499}"/>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F7C6-434C-B3FB-03E9CD6A2499}"/>
              </c:ext>
            </c:extLst>
          </c:dPt>
          <c:dLbls>
            <c:dLbl>
              <c:idx val="0"/>
              <c:layout>
                <c:manualLayout>
                  <c:x val="6.6666666666666666E-2"/>
                  <c:y val="-9.72222222222222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7C6-434C-B3FB-03E9CD6A2499}"/>
                </c:ext>
              </c:extLst>
            </c:dLbl>
            <c:dLbl>
              <c:idx val="1"/>
              <c:layout>
                <c:manualLayout>
                  <c:x val="9.166666666666666E-2"/>
                  <c:y val="4.1666666666666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7C6-434C-B3FB-03E9CD6A2499}"/>
                </c:ext>
              </c:extLst>
            </c:dLbl>
            <c:dLbl>
              <c:idx val="2"/>
              <c:layout>
                <c:manualLayout>
                  <c:x val="-0.11111111111111112"/>
                  <c:y val="7.4074074074074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7C6-434C-B3FB-03E9CD6A2499}"/>
                </c:ext>
              </c:extLst>
            </c:dLbl>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'Dashboard 2'!$D$14:$D$17</c:f>
              <c:strCache>
                <c:ptCount val="3"/>
                <c:pt idx="0">
                  <c:v>Fast</c:v>
                </c:pt>
                <c:pt idx="1">
                  <c:v>Medium</c:v>
                </c:pt>
                <c:pt idx="2">
                  <c:v>Slow</c:v>
                </c:pt>
              </c:strCache>
            </c:strRef>
          </c:cat>
          <c:val>
            <c:numRef>
              <c:f>'Dashboard 2'!$E$14:$E$17</c:f>
              <c:numCache>
                <c:formatCode>0.00%</c:formatCode>
                <c:ptCount val="3"/>
                <c:pt idx="0">
                  <c:v>0.16009999999999999</c:v>
                </c:pt>
                <c:pt idx="1">
                  <c:v>0.21329999999999999</c:v>
                </c:pt>
                <c:pt idx="2">
                  <c:v>0.62660000000000005</c:v>
                </c:pt>
              </c:numCache>
            </c:numRef>
          </c:val>
          <c:extLst>
            <c:ext xmlns:c16="http://schemas.microsoft.com/office/drawing/2014/chart" uri="{C3380CC4-5D6E-409C-BE32-E72D297353CC}">
              <c16:uniqueId val="{00000006-3D79-4946-8070-40674FCD8B7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9525" cap="flat" cmpd="sng" algn="ctr">
      <a:noFill/>
      <a:round/>
    </a:ln>
    <a:effectLst/>
    <a:scene3d>
      <a:camera prst="orthographicFront"/>
      <a:lightRig rig="threePt" dir="t"/>
    </a:scene3d>
    <a:sp3d>
      <a:bevelT w="165100" prst="coolSlan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2!PivotTable7</c:name>
    <c:fmtId val="8"/>
  </c:pivotSource>
  <c:chart>
    <c:title>
      <c:tx>
        <c:rich>
          <a:bodyPr rot="0" spcFirstLastPara="1" vertOverflow="ellipsis" vert="horz" wrap="square" anchor="ctr" anchorCtr="1"/>
          <a:lstStyle/>
          <a:p>
            <a:pPr>
              <a:defRPr sz="2000" b="1" i="0" u="none" strike="noStrike" kern="1200" spc="0" baseline="0">
                <a:solidFill>
                  <a:sysClr val="windowText" lastClr="000000"/>
                </a:solidFill>
                <a:latin typeface="+mn-lt"/>
                <a:ea typeface="+mn-ea"/>
                <a:cs typeface="+mn-cs"/>
              </a:defRPr>
            </a:pPr>
            <a:r>
              <a:rPr lang="en-US" sz="2000" b="1">
                <a:solidFill>
                  <a:sysClr val="windowText" lastClr="000000"/>
                </a:solidFill>
              </a:rPr>
              <a:t>Speed Vs Rating</a:t>
            </a:r>
          </a:p>
        </c:rich>
      </c:tx>
      <c:overlay val="0"/>
      <c:spPr>
        <a:noFill/>
        <a:ln>
          <a:noFill/>
        </a:ln>
        <a:effectLst/>
      </c:spPr>
      <c:txPr>
        <a:bodyPr rot="0" spcFirstLastPara="1" vertOverflow="ellipsis" vert="horz" wrap="square" anchor="ctr" anchorCtr="1"/>
        <a:lstStyle/>
        <a:p>
          <a:pPr>
            <a:defRPr sz="20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6">
              <a:lumMod val="75000"/>
            </a:schemeClr>
          </a:solidFill>
          <a:ln>
            <a:noFill/>
          </a:ln>
          <a:effectLst/>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lumMod val="75000"/>
            </a:schemeClr>
          </a:solidFill>
          <a:ln>
            <a:noFill/>
          </a:ln>
          <a:effectLst/>
        </c:spPr>
        <c:dLbl>
          <c:idx val="0"/>
          <c:layout>
            <c:manualLayout>
              <c:x val="-4.382172923735321E-2"/>
              <c:y val="-0.3739225931220716"/>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lumMod val="75000"/>
            </a:schemeClr>
          </a:solidFill>
          <a:ln>
            <a:noFill/>
          </a:ln>
          <a:effectLst/>
        </c:spPr>
        <c:dLbl>
          <c:idx val="0"/>
          <c:layout>
            <c:manualLayout>
              <c:x val="9.1956620801212328E-4"/>
              <c:y val="-0.29929731299537693"/>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lumMod val="75000"/>
            </a:schemeClr>
          </a:solidFill>
          <a:ln>
            <a:noFill/>
          </a:ln>
          <a:effectLst/>
        </c:spPr>
        <c:dLbl>
          <c:idx val="0"/>
          <c:layout>
            <c:manualLayout>
              <c:x val="1.6443068737358346E-2"/>
              <c:y val="-0.44206412540104206"/>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lumMod val="75000"/>
            </a:schemeClr>
          </a:solidFill>
          <a:ln>
            <a:noFill/>
          </a:ln>
          <a:effectLst/>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lumMod val="75000"/>
            </a:schemeClr>
          </a:solidFill>
          <a:ln>
            <a:noFill/>
          </a:ln>
          <a:effectLst/>
        </c:spPr>
        <c:dLbl>
          <c:idx val="0"/>
          <c:layout>
            <c:manualLayout>
              <c:x val="1.6443068737358346E-2"/>
              <c:y val="-0.44206412540104206"/>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6">
              <a:lumMod val="75000"/>
            </a:schemeClr>
          </a:solidFill>
          <a:ln>
            <a:noFill/>
          </a:ln>
          <a:effectLst/>
        </c:spPr>
        <c:dLbl>
          <c:idx val="0"/>
          <c:layout>
            <c:manualLayout>
              <c:x val="9.1956620801212328E-4"/>
              <c:y val="-0.29929731299537693"/>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lumMod val="75000"/>
            </a:schemeClr>
          </a:solidFill>
          <a:ln>
            <a:noFill/>
          </a:ln>
          <a:effectLst/>
        </c:spPr>
        <c:dLbl>
          <c:idx val="0"/>
          <c:layout>
            <c:manualLayout>
              <c:x val="-4.382172923735321E-2"/>
              <c:y val="-0.3739225931220716"/>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6">
              <a:lumMod val="75000"/>
            </a:schemeClr>
          </a:solidFill>
          <a:ln>
            <a:noFill/>
          </a:ln>
          <a:effectLst/>
        </c:spPr>
        <c:marker>
          <c:symbol val="none"/>
        </c:marker>
        <c:dLbl>
          <c:idx val="0"/>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6">
              <a:lumMod val="75000"/>
            </a:schemeClr>
          </a:solidFill>
          <a:ln>
            <a:noFill/>
          </a:ln>
          <a:effectLst/>
        </c:spPr>
        <c:dLbl>
          <c:idx val="0"/>
          <c:layout>
            <c:manualLayout>
              <c:x val="1.6443068737358346E-2"/>
              <c:y val="-0.44206412540104206"/>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6">
              <a:lumMod val="75000"/>
            </a:schemeClr>
          </a:solidFill>
          <a:ln>
            <a:noFill/>
          </a:ln>
          <a:effectLst/>
        </c:spPr>
        <c:dLbl>
          <c:idx val="0"/>
          <c:layout>
            <c:manualLayout>
              <c:x val="9.1956620801212328E-4"/>
              <c:y val="-0.29929731299537693"/>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6">
              <a:lumMod val="75000"/>
            </a:schemeClr>
          </a:solidFill>
          <a:ln>
            <a:noFill/>
          </a:ln>
          <a:effectLst/>
        </c:spPr>
        <c:dLbl>
          <c:idx val="0"/>
          <c:layout>
            <c:manualLayout>
              <c:x val="-4.382172923735321E-2"/>
              <c:y val="-0.3739225931220716"/>
            </c:manualLayout>
          </c:layout>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areaChart>
        <c:grouping val="stacked"/>
        <c:varyColors val="0"/>
        <c:ser>
          <c:idx val="0"/>
          <c:order val="0"/>
          <c:tx>
            <c:strRef>
              <c:f>'Dashboard 2'!$C$25</c:f>
              <c:strCache>
                <c:ptCount val="1"/>
                <c:pt idx="0">
                  <c:v>Total</c:v>
                </c:pt>
              </c:strCache>
            </c:strRef>
          </c:tx>
          <c:spPr>
            <a:solidFill>
              <a:schemeClr val="accent6">
                <a:lumMod val="75000"/>
              </a:schemeClr>
            </a:solidFill>
            <a:ln>
              <a:noFill/>
            </a:ln>
            <a:effectLst/>
          </c:spPr>
          <c:dPt>
            <c:idx val="0"/>
            <c:bubble3D val="0"/>
            <c:extLst>
              <c:ext xmlns:c16="http://schemas.microsoft.com/office/drawing/2014/chart" uri="{C3380CC4-5D6E-409C-BE32-E72D297353CC}">
                <c16:uniqueId val="{00000000-3D1E-40BF-B4FD-0C490CE29ED9}"/>
              </c:ext>
            </c:extLst>
          </c:dPt>
          <c:dPt>
            <c:idx val="1"/>
            <c:bubble3D val="0"/>
            <c:extLst>
              <c:ext xmlns:c16="http://schemas.microsoft.com/office/drawing/2014/chart" uri="{C3380CC4-5D6E-409C-BE32-E72D297353CC}">
                <c16:uniqueId val="{00000001-3D1E-40BF-B4FD-0C490CE29ED9}"/>
              </c:ext>
            </c:extLst>
          </c:dPt>
          <c:dPt>
            <c:idx val="2"/>
            <c:bubble3D val="0"/>
            <c:extLst>
              <c:ext xmlns:c16="http://schemas.microsoft.com/office/drawing/2014/chart" uri="{C3380CC4-5D6E-409C-BE32-E72D297353CC}">
                <c16:uniqueId val="{00000002-3D1E-40BF-B4FD-0C490CE29ED9}"/>
              </c:ext>
            </c:extLst>
          </c:dPt>
          <c:dLbls>
            <c:dLbl>
              <c:idx val="0"/>
              <c:layout>
                <c:manualLayout>
                  <c:x val="1.6443068737358346E-2"/>
                  <c:y val="-0.4420641254010420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1E-40BF-B4FD-0C490CE29ED9}"/>
                </c:ext>
              </c:extLst>
            </c:dLbl>
            <c:dLbl>
              <c:idx val="1"/>
              <c:layout>
                <c:manualLayout>
                  <c:x val="9.1956620801212328E-4"/>
                  <c:y val="-0.2992973129953769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D1E-40BF-B4FD-0C490CE29ED9}"/>
                </c:ext>
              </c:extLst>
            </c:dLbl>
            <c:dLbl>
              <c:idx val="2"/>
              <c:layout>
                <c:manualLayout>
                  <c:x val="-4.382172923735321E-2"/>
                  <c:y val="-0.37392259312207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D1E-40BF-B4FD-0C490CE29ED9}"/>
                </c:ext>
              </c:extLst>
            </c:dLbl>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2'!$B$26:$B$29</c:f>
              <c:strCache>
                <c:ptCount val="3"/>
                <c:pt idx="0">
                  <c:v>Fast</c:v>
                </c:pt>
                <c:pt idx="1">
                  <c:v>Medium</c:v>
                </c:pt>
                <c:pt idx="2">
                  <c:v>Slow</c:v>
                </c:pt>
              </c:strCache>
            </c:strRef>
          </c:cat>
          <c:val>
            <c:numRef>
              <c:f>'Dashboard 2'!$C$26:$C$29</c:f>
              <c:numCache>
                <c:formatCode>0.00%</c:formatCode>
                <c:ptCount val="3"/>
                <c:pt idx="0">
                  <c:v>1.00024371547625</c:v>
                </c:pt>
                <c:pt idx="1">
                  <c:v>0.98687263555562821</c:v>
                </c:pt>
                <c:pt idx="2">
                  <c:v>1.0044063964063787</c:v>
                </c:pt>
              </c:numCache>
            </c:numRef>
          </c:val>
          <c:extLst>
            <c:ext xmlns:c16="http://schemas.microsoft.com/office/drawing/2014/chart" uri="{C3380CC4-5D6E-409C-BE32-E72D297353CC}">
              <c16:uniqueId val="{00000003-3D1E-40BF-B4FD-0C490CE29ED9}"/>
            </c:ext>
          </c:extLst>
        </c:ser>
        <c:dLbls>
          <c:showLegendKey val="0"/>
          <c:showVal val="1"/>
          <c:showCatName val="0"/>
          <c:showSerName val="0"/>
          <c:showPercent val="0"/>
          <c:showBubbleSize val="0"/>
        </c:dLbls>
        <c:axId val="2062929007"/>
        <c:axId val="2062926607"/>
      </c:areaChart>
      <c:catAx>
        <c:axId val="206292900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2062926607"/>
        <c:crosses val="autoZero"/>
        <c:auto val="1"/>
        <c:lblAlgn val="ctr"/>
        <c:lblOffset val="100"/>
        <c:noMultiLvlLbl val="0"/>
      </c:catAx>
      <c:valAx>
        <c:axId val="2062926607"/>
        <c:scaling>
          <c:orientation val="minMax"/>
        </c:scaling>
        <c:delete val="1"/>
        <c:axPos val="l"/>
        <c:numFmt formatCode="0.00%" sourceLinked="1"/>
        <c:majorTickMark val="none"/>
        <c:minorTickMark val="none"/>
        <c:tickLblPos val="nextTo"/>
        <c:crossAx val="206292900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9525" cap="flat" cmpd="sng" algn="ctr">
      <a:noFill/>
      <a:round/>
    </a:ln>
    <a:effectLst/>
    <a:scene3d>
      <a:camera prst="orthographicFront"/>
      <a:lightRig rig="threePt" dir="t"/>
    </a:scene3d>
    <a:sp3d>
      <a:bevelT w="165100" prst="coolSlan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3!PivotTable4</c:name>
    <c:fmtId val="14"/>
  </c:pivotSource>
  <c:chart>
    <c:title>
      <c:tx>
        <c:rich>
          <a:bodyPr rot="0" spcFirstLastPara="1" vertOverflow="ellipsis" vert="horz" wrap="square" anchor="ctr" anchorCtr="1"/>
          <a:lstStyle/>
          <a:p>
            <a:pPr>
              <a:defRPr sz="2000" b="1" i="0" u="none" strike="noStrike" kern="1200" spc="0" baseline="0">
                <a:solidFill>
                  <a:schemeClr val="lt1"/>
                </a:solidFill>
                <a:latin typeface="+mn-lt"/>
                <a:ea typeface="+mn-ea"/>
                <a:cs typeface="+mn-cs"/>
              </a:defRPr>
            </a:pPr>
            <a:r>
              <a:rPr lang="en-US" sz="2000" b="1">
                <a:solidFill>
                  <a:sysClr val="windowText" lastClr="000000"/>
                </a:solidFill>
              </a:rPr>
              <a:t>CUSTOMER</a:t>
            </a:r>
            <a:r>
              <a:rPr lang="en-US" sz="2000" b="1" baseline="0">
                <a:solidFill>
                  <a:sysClr val="windowText" lastClr="000000"/>
                </a:solidFill>
              </a:rPr>
              <a:t> RATING ACROSS CITIES</a:t>
            </a:r>
            <a:endParaRPr lang="en-US" sz="2000" b="1">
              <a:solidFill>
                <a:sysClr val="windowText" lastClr="000000"/>
              </a:solidFill>
            </a:endParaRPr>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lt1"/>
              </a:solidFill>
              <a:latin typeface="+mn-lt"/>
              <a:ea typeface="+mn-ea"/>
              <a:cs typeface="+mn-cs"/>
            </a:defRPr>
          </a:pPr>
          <a:endParaRPr lang="en-US"/>
        </a:p>
      </c:txPr>
    </c:title>
    <c:autoTitleDeleted val="0"/>
    <c:pivotFmts>
      <c:pivotFmt>
        <c:idx val="0"/>
        <c:spPr>
          <a:solidFill>
            <a:srgbClr val="F1A27F"/>
          </a:solidFill>
          <a:ln>
            <a:noFill/>
          </a:ln>
          <a:effectLst>
            <a:innerShdw blurRad="114300">
              <a:prstClr val="black"/>
            </a:innerShdw>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1A27F"/>
          </a:solidFill>
          <a:ln>
            <a:noFill/>
          </a:ln>
          <a:effectLst>
            <a:innerShdw blurRad="114300">
              <a:prstClr val="black"/>
            </a:innerShdw>
          </a:effectLst>
        </c:spPr>
        <c:dLbl>
          <c:idx val="0"/>
          <c:layout>
            <c:manualLayout>
              <c:x val="-2.7777777777777779E-3"/>
              <c:y val="-6.944444444444448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1A27F"/>
          </a:solidFill>
          <a:ln>
            <a:noFill/>
          </a:ln>
          <a:effectLst>
            <a:innerShdw blurRad="114300">
              <a:prstClr val="black"/>
            </a:innerShdw>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1A27F"/>
          </a:solidFill>
          <a:ln>
            <a:noFill/>
          </a:ln>
          <a:effectLst>
            <a:innerShdw blurRad="114300">
              <a:prstClr val="black"/>
            </a:innerShdw>
          </a:effectLst>
        </c:spPr>
        <c:dLbl>
          <c:idx val="0"/>
          <c:layout>
            <c:manualLayout>
              <c:x val="-2.7777777777777779E-3"/>
              <c:y val="-6.944444444444448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1A27F"/>
          </a:solidFill>
          <a:ln>
            <a:noFill/>
          </a:ln>
          <a:effectLst>
            <a:innerShdw blurRad="114300">
              <a:prstClr val="black"/>
            </a:innerShdw>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1A27F"/>
          </a:solidFill>
          <a:ln>
            <a:noFill/>
          </a:ln>
          <a:effectLst>
            <a:innerShdw blurRad="114300">
              <a:prstClr val="black"/>
            </a:innerShdw>
          </a:effectLst>
        </c:spPr>
        <c:dLbl>
          <c:idx val="0"/>
          <c:layout>
            <c:manualLayout>
              <c:x val="-2.7777777777777779E-3"/>
              <c:y val="-6.944444444444448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3'!$B$12</c:f>
              <c:strCache>
                <c:ptCount val="1"/>
                <c:pt idx="0">
                  <c:v>Total</c:v>
                </c:pt>
              </c:strCache>
            </c:strRef>
          </c:tx>
          <c:spPr>
            <a:solidFill>
              <a:srgbClr val="F1A27F"/>
            </a:solidFill>
            <a:ln>
              <a:noFill/>
            </a:ln>
            <a:effectLst>
              <a:innerShdw blurRad="114300">
                <a:prstClr val="black"/>
              </a:innerShdw>
            </a:effectLst>
          </c:spPr>
          <c:invertIfNegative val="0"/>
          <c:dPt>
            <c:idx val="2"/>
            <c:invertIfNegative val="0"/>
            <c:bubble3D val="0"/>
            <c:extLst>
              <c:ext xmlns:c16="http://schemas.microsoft.com/office/drawing/2014/chart" uri="{C3380CC4-5D6E-409C-BE32-E72D297353CC}">
                <c16:uniqueId val="{00000000-DF86-4390-B607-BD43921A33A9}"/>
              </c:ext>
            </c:extLst>
          </c:dPt>
          <c:dLbls>
            <c:dLbl>
              <c:idx val="2"/>
              <c:layout>
                <c:manualLayout>
                  <c:x val="-2.7777777777777779E-3"/>
                  <c:y val="-6.944444444444448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F86-4390-B607-BD43921A33A9}"/>
                </c:ext>
              </c:extLst>
            </c:dLbl>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3'!$A$13:$A$19</c:f>
              <c:strCache>
                <c:ptCount val="6"/>
                <c:pt idx="0">
                  <c:v>Bangalore</c:v>
                </c:pt>
                <c:pt idx="1">
                  <c:v>Chennai</c:v>
                </c:pt>
                <c:pt idx="2">
                  <c:v>Delhi</c:v>
                </c:pt>
                <c:pt idx="3">
                  <c:v>Hyderabad</c:v>
                </c:pt>
                <c:pt idx="4">
                  <c:v>Mumbai</c:v>
                </c:pt>
                <c:pt idx="5">
                  <c:v>Pune</c:v>
                </c:pt>
              </c:strCache>
            </c:strRef>
          </c:cat>
          <c:val>
            <c:numRef>
              <c:f>'Dashboard 3'!$B$13:$B$19</c:f>
              <c:numCache>
                <c:formatCode>General</c:formatCode>
                <c:ptCount val="6"/>
                <c:pt idx="0">
                  <c:v>2.9934679334916865</c:v>
                </c:pt>
                <c:pt idx="1">
                  <c:v>2.9708798017348204</c:v>
                </c:pt>
                <c:pt idx="2">
                  <c:v>3.0036122817579773</c:v>
                </c:pt>
                <c:pt idx="3">
                  <c:v>2.9982568274259154</c:v>
                </c:pt>
                <c:pt idx="4">
                  <c:v>3.0467065868263474</c:v>
                </c:pt>
                <c:pt idx="5">
                  <c:v>2.94</c:v>
                </c:pt>
              </c:numCache>
            </c:numRef>
          </c:val>
          <c:extLst>
            <c:ext xmlns:c16="http://schemas.microsoft.com/office/drawing/2014/chart" uri="{C3380CC4-5D6E-409C-BE32-E72D297353CC}">
              <c16:uniqueId val="{00000001-DF86-4390-B607-BD43921A33A9}"/>
            </c:ext>
          </c:extLst>
        </c:ser>
        <c:dLbls>
          <c:dLblPos val="outEnd"/>
          <c:showLegendKey val="0"/>
          <c:showVal val="1"/>
          <c:showCatName val="0"/>
          <c:showSerName val="0"/>
          <c:showPercent val="0"/>
          <c:showBubbleSize val="0"/>
        </c:dLbls>
        <c:gapWidth val="219"/>
        <c:overlap val="-27"/>
        <c:axId val="630703456"/>
        <c:axId val="630709216"/>
      </c:barChart>
      <c:catAx>
        <c:axId val="630703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630709216"/>
        <c:crosses val="autoZero"/>
        <c:auto val="1"/>
        <c:lblAlgn val="ctr"/>
        <c:lblOffset val="100"/>
        <c:noMultiLvlLbl val="0"/>
      </c:catAx>
      <c:valAx>
        <c:axId val="630709216"/>
        <c:scaling>
          <c:orientation val="minMax"/>
        </c:scaling>
        <c:delete val="1"/>
        <c:axPos val="l"/>
        <c:numFmt formatCode="General" sourceLinked="1"/>
        <c:majorTickMark val="none"/>
        <c:minorTickMark val="none"/>
        <c:tickLblPos val="nextTo"/>
        <c:crossAx val="6307034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w="9525" cap="flat" cmpd="sng" algn="ctr">
      <a:noFill/>
      <a:round/>
    </a:ln>
    <a:effectLst/>
    <a:scene3d>
      <a:camera prst="orthographicFront"/>
      <a:lightRig rig="threePt" dir="t"/>
    </a:scene3d>
    <a:sp3d>
      <a:bevelT w="165100" prst="coolSlan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[saranya.xlsx]Dashboard 3!PivotTable4</c:name>
    <c:fmtId val="17"/>
  </c:pivotSource>
  <c:chart>
    <c:title>
      <c:tx>
        <c:rich>
          <a:bodyPr rot="0" spcFirstLastPara="1" vertOverflow="ellipsis" vert="horz" wrap="square" anchor="ctr" anchorCtr="1"/>
          <a:lstStyle/>
          <a:p>
            <a:pPr>
              <a:defRPr sz="2000" b="1" i="0" u="none" strike="noStrike" kern="1200" spc="0" baseline="0">
                <a:solidFill>
                  <a:schemeClr val="lt1"/>
                </a:solidFill>
                <a:latin typeface="+mn-lt"/>
                <a:ea typeface="+mn-ea"/>
                <a:cs typeface="+mn-cs"/>
              </a:defRPr>
            </a:pPr>
            <a:r>
              <a:rPr lang="en-US" sz="2000" b="1">
                <a:solidFill>
                  <a:sysClr val="windowText" lastClr="000000"/>
                </a:solidFill>
              </a:rPr>
              <a:t>CUSTOMER</a:t>
            </a:r>
            <a:r>
              <a:rPr lang="en-US" sz="2000" b="1" baseline="0">
                <a:solidFill>
                  <a:sysClr val="windowText" lastClr="000000"/>
                </a:solidFill>
              </a:rPr>
              <a:t> RATING ACROSS CITIES</a:t>
            </a:r>
            <a:endParaRPr lang="en-US" sz="2000" b="1">
              <a:solidFill>
                <a:sysClr val="windowText" lastClr="000000"/>
              </a:solidFill>
            </a:endParaRPr>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lt1"/>
              </a:solidFill>
              <a:latin typeface="+mn-lt"/>
              <a:ea typeface="+mn-ea"/>
              <a:cs typeface="+mn-cs"/>
            </a:defRPr>
          </a:pPr>
          <a:endParaRPr lang="en-US"/>
        </a:p>
      </c:txPr>
    </c:title>
    <c:autoTitleDeleted val="0"/>
    <c:pivotFmts>
      <c:pivotFmt>
        <c:idx val="0"/>
        <c:spPr>
          <a:solidFill>
            <a:srgbClr val="F1A27F"/>
          </a:solidFill>
          <a:ln>
            <a:noFill/>
          </a:ln>
          <a:effectLst>
            <a:innerShdw blurRad="114300">
              <a:prstClr val="black"/>
            </a:innerShdw>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1A27F"/>
          </a:solidFill>
          <a:ln>
            <a:noFill/>
          </a:ln>
          <a:effectLst>
            <a:innerShdw blurRad="114300">
              <a:prstClr val="black"/>
            </a:innerShdw>
          </a:effectLst>
        </c:spPr>
        <c:dLbl>
          <c:idx val="0"/>
          <c:layout>
            <c:manualLayout>
              <c:x val="-2.7777777777777779E-3"/>
              <c:y val="-6.944444444444448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1A27F"/>
          </a:solidFill>
          <a:ln>
            <a:noFill/>
          </a:ln>
          <a:effectLst>
            <a:innerShdw blurRad="114300">
              <a:prstClr val="black"/>
            </a:innerShdw>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1A27F"/>
          </a:solidFill>
          <a:ln>
            <a:noFill/>
          </a:ln>
          <a:effectLst>
            <a:innerShdw blurRad="114300">
              <a:prstClr val="black"/>
            </a:innerShdw>
          </a:effectLst>
        </c:spPr>
        <c:dLbl>
          <c:idx val="0"/>
          <c:layout>
            <c:manualLayout>
              <c:x val="-2.7777777777777779E-3"/>
              <c:y val="-6.944444444444448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1A27F"/>
          </a:solidFill>
          <a:ln>
            <a:noFill/>
          </a:ln>
          <a:effectLst>
            <a:innerShdw blurRad="114300">
              <a:prstClr val="black"/>
            </a:innerShdw>
          </a:effectLst>
        </c:spPr>
        <c:marker>
          <c:symbol val="none"/>
        </c:marker>
        <c:dLbl>
          <c:idx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1A27F"/>
          </a:solidFill>
          <a:ln>
            <a:noFill/>
          </a:ln>
          <a:effectLst>
            <a:innerShdw blurRad="114300">
              <a:prstClr val="black"/>
            </a:innerShdw>
          </a:effectLst>
        </c:spPr>
        <c:dLbl>
          <c:idx val="0"/>
          <c:layout>
            <c:manualLayout>
              <c:x val="-2.7777777777777779E-3"/>
              <c:y val="-6.9444444444444489E-2"/>
            </c:manualLayout>
          </c:layout>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3'!$B$12</c:f>
              <c:strCache>
                <c:ptCount val="1"/>
                <c:pt idx="0">
                  <c:v>Total</c:v>
                </c:pt>
              </c:strCache>
            </c:strRef>
          </c:tx>
          <c:spPr>
            <a:solidFill>
              <a:srgbClr val="F1A27F"/>
            </a:solidFill>
            <a:ln>
              <a:noFill/>
            </a:ln>
            <a:effectLst>
              <a:innerShdw blurRad="114300">
                <a:prstClr val="black"/>
              </a:innerShdw>
            </a:effectLst>
          </c:spPr>
          <c:invertIfNegative val="0"/>
          <c:dPt>
            <c:idx val="2"/>
            <c:invertIfNegative val="0"/>
            <c:bubble3D val="0"/>
            <c:extLst>
              <c:ext xmlns:c16="http://schemas.microsoft.com/office/drawing/2014/chart" uri="{C3380CC4-5D6E-409C-BE32-E72D297353CC}">
                <c16:uniqueId val="{00000000-2797-4171-9FB6-7203082ABCCE}"/>
              </c:ext>
            </c:extLst>
          </c:dPt>
          <c:dLbls>
            <c:dLbl>
              <c:idx val="2"/>
              <c:layout>
                <c:manualLayout>
                  <c:x val="-2.7777777777777779E-3"/>
                  <c:y val="-6.944444444444448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797-4171-9FB6-7203082ABCCE}"/>
                </c:ext>
              </c:extLst>
            </c:dLbl>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3'!$A$13:$A$19</c:f>
              <c:strCache>
                <c:ptCount val="6"/>
                <c:pt idx="0">
                  <c:v>Bangalore</c:v>
                </c:pt>
                <c:pt idx="1">
                  <c:v>Chennai</c:v>
                </c:pt>
                <c:pt idx="2">
                  <c:v>Delhi</c:v>
                </c:pt>
                <c:pt idx="3">
                  <c:v>Hyderabad</c:v>
                </c:pt>
                <c:pt idx="4">
                  <c:v>Mumbai</c:v>
                </c:pt>
                <c:pt idx="5">
                  <c:v>Pune</c:v>
                </c:pt>
              </c:strCache>
            </c:strRef>
          </c:cat>
          <c:val>
            <c:numRef>
              <c:f>'Dashboard 3'!$B$13:$B$19</c:f>
              <c:numCache>
                <c:formatCode>General</c:formatCode>
                <c:ptCount val="6"/>
                <c:pt idx="0">
                  <c:v>2.9934679334916865</c:v>
                </c:pt>
                <c:pt idx="1">
                  <c:v>2.9708798017348204</c:v>
                </c:pt>
                <c:pt idx="2">
                  <c:v>3.0036122817579773</c:v>
                </c:pt>
                <c:pt idx="3">
                  <c:v>2.9982568274259154</c:v>
                </c:pt>
                <c:pt idx="4">
                  <c:v>3.0467065868263474</c:v>
                </c:pt>
                <c:pt idx="5">
                  <c:v>2.94</c:v>
                </c:pt>
              </c:numCache>
            </c:numRef>
          </c:val>
          <c:extLst>
            <c:ext xmlns:c16="http://schemas.microsoft.com/office/drawing/2014/chart" uri="{C3380CC4-5D6E-409C-BE32-E72D297353CC}">
              <c16:uniqueId val="{00000001-2797-4171-9FB6-7203082ABCCE}"/>
            </c:ext>
          </c:extLst>
        </c:ser>
        <c:dLbls>
          <c:dLblPos val="outEnd"/>
          <c:showLegendKey val="0"/>
          <c:showVal val="1"/>
          <c:showCatName val="0"/>
          <c:showSerName val="0"/>
          <c:showPercent val="0"/>
          <c:showBubbleSize val="0"/>
        </c:dLbls>
        <c:gapWidth val="219"/>
        <c:overlap val="-27"/>
        <c:axId val="630703456"/>
        <c:axId val="630709216"/>
      </c:barChart>
      <c:catAx>
        <c:axId val="630703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630709216"/>
        <c:crosses val="autoZero"/>
        <c:auto val="1"/>
        <c:lblAlgn val="ctr"/>
        <c:lblOffset val="100"/>
        <c:noMultiLvlLbl val="0"/>
      </c:catAx>
      <c:valAx>
        <c:axId val="630709216"/>
        <c:scaling>
          <c:orientation val="minMax"/>
        </c:scaling>
        <c:delete val="1"/>
        <c:axPos val="l"/>
        <c:numFmt formatCode="General" sourceLinked="1"/>
        <c:majorTickMark val="none"/>
        <c:minorTickMark val="none"/>
        <c:tickLblPos val="nextTo"/>
        <c:crossAx val="6307034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w="9525" cap="flat" cmpd="sng" algn="ctr">
      <a:noFill/>
      <a:round/>
    </a:ln>
    <a:effectLst/>
    <a:scene3d>
      <a:camera prst="orthographicFront"/>
      <a:lightRig rig="threePt" dir="t"/>
    </a:scene3d>
    <a:sp3d>
      <a:bevelT w="165100" prst="coolSlan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[saranya.xlsx]Dashboard 3!PivotTable7</c:name>
    <c:fmtId val="14"/>
  </c:pivotSource>
  <c:chart>
    <c:title>
      <c:tx>
        <c:rich>
          <a:bodyPr rot="0" spcFirstLastPara="1" vertOverflow="ellipsis" vert="horz" wrap="square" anchor="ctr" anchorCtr="1"/>
          <a:lstStyle/>
          <a:p>
            <a:pPr>
              <a:defRPr sz="2000" b="1" i="0" u="none" strike="noStrike" kern="1200" spc="0" baseline="0">
                <a:solidFill>
                  <a:schemeClr val="lt1"/>
                </a:solidFill>
                <a:latin typeface="+mn-lt"/>
                <a:ea typeface="+mn-ea"/>
                <a:cs typeface="+mn-cs"/>
              </a:defRPr>
            </a:pPr>
            <a:r>
              <a:rPr lang="en-IN" sz="2000" b="1">
                <a:solidFill>
                  <a:sysClr val="windowText" lastClr="000000"/>
                </a:solidFill>
              </a:rPr>
              <a:t>SERVICE</a:t>
            </a:r>
            <a:r>
              <a:rPr lang="en-IN" sz="2000" b="1" baseline="0">
                <a:solidFill>
                  <a:sysClr val="windowText" lastClr="000000"/>
                </a:solidFill>
              </a:rPr>
              <a:t> IMPROVEMENT AREAS</a:t>
            </a:r>
            <a:endParaRPr lang="en-IN" sz="2000" b="1">
              <a:solidFill>
                <a:sysClr val="windowText" lastClr="000000"/>
              </a:solidFill>
            </a:endParaRPr>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lt1"/>
              </a:solidFill>
              <a:latin typeface="+mn-lt"/>
              <a:ea typeface="+mn-ea"/>
              <a:cs typeface="+mn-cs"/>
            </a:defRPr>
          </a:pPr>
          <a:endParaRPr lang="en-IN"/>
        </a:p>
      </c:txPr>
    </c:title>
    <c:autoTitleDeleted val="0"/>
    <c:pivotFmts>
      <c:pivotFmt>
        <c:idx val="0"/>
        <c:spPr>
          <a:solidFill>
            <a:schemeClr val="accent2"/>
          </a:solidFill>
          <a:ln>
            <a:noFill/>
          </a:ln>
          <a:effectLst/>
          <a:sp3d/>
        </c:spPr>
        <c:marker>
          <c:symbol val="none"/>
        </c:marker>
        <c:dLbl>
          <c:idx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spPr>
        <c:marker>
          <c:symbol val="none"/>
        </c:marker>
        <c:dLbl>
          <c:idx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sp3d/>
        </c:spPr>
        <c:marker>
          <c:symbol val="none"/>
        </c:marker>
        <c:dLbl>
          <c:idx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a:sp3d/>
        </c:spPr>
        <c:marker>
          <c:symbol val="none"/>
        </c:marker>
        <c:dLbl>
          <c:idx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a:sp3d/>
        </c:spPr>
        <c:marker>
          <c:symbol val="none"/>
        </c:marker>
        <c:dLbl>
          <c:idx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a:sp3d/>
        </c:spPr>
        <c:marker>
          <c:symbol val="none"/>
        </c:marker>
        <c:dLbl>
          <c:idx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0"/>
    </c:view3D>
    <c:floor>
      <c:thickness val="0"/>
      <c:spPr>
        <a:noFill/>
        <a:ln w="9525" cap="flat" cmpd="sng" algn="ctr">
          <a:solidFill>
            <a:schemeClr val="tx1">
              <a:lumMod val="15000"/>
              <a:lumOff val="85000"/>
            </a:schemeClr>
          </a:solidFill>
          <a:round/>
        </a:ln>
        <a:effectLst/>
        <a:sp3d contourW="9525">
          <a:contourClr>
            <a:schemeClr val="tx1">
              <a:lumMod val="15000"/>
              <a:lumOff val="85000"/>
            </a:schemeClr>
          </a:contourClr>
        </a:sp3d>
      </c:spPr>
    </c:floor>
    <c:sideWall>
      <c:thickness val="0"/>
      <c:spPr>
        <a:noFill/>
        <a:ln>
          <a:noFill/>
        </a:ln>
        <a:effectLst/>
        <a:sp3d/>
      </c:spPr>
    </c:sideWall>
    <c:backWall>
      <c:thickness val="0"/>
      <c:spPr>
        <a:noFill/>
        <a:ln>
          <a:noFill/>
        </a:ln>
        <a:effectLst/>
        <a:sp3d/>
      </c:spPr>
    </c:backWall>
    <c:plotArea>
      <c:layout/>
      <c:area3DChart>
        <c:grouping val="stacked"/>
        <c:varyColors val="0"/>
        <c:ser>
          <c:idx val="0"/>
          <c:order val="0"/>
          <c:tx>
            <c:strRef>
              <c:f>'Dashboard 3'!$B$24</c:f>
              <c:strCache>
                <c:ptCount val="1"/>
                <c:pt idx="0">
                  <c:v>Average of Delivery_Time_Min</c:v>
                </c:pt>
              </c:strCache>
            </c:strRef>
          </c:tx>
          <c:spPr>
            <a:solidFill>
              <a:schemeClr val="accent2">
                <a:tint val="77000"/>
              </a:schemeClr>
            </a:solidFill>
            <a:ln>
              <a:noFill/>
            </a:ln>
            <a:effectLst/>
            <a:sp3d/>
          </c:spPr>
          <c:dLbls>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3'!$A$25:$A$31</c:f>
              <c:strCache>
                <c:ptCount val="6"/>
                <c:pt idx="0">
                  <c:v>Mumbai</c:v>
                </c:pt>
                <c:pt idx="1">
                  <c:v>Delhi</c:v>
                </c:pt>
                <c:pt idx="2">
                  <c:v>Hyderabad</c:v>
                </c:pt>
                <c:pt idx="3">
                  <c:v>Bangalore</c:v>
                </c:pt>
                <c:pt idx="4">
                  <c:v>Chennai</c:v>
                </c:pt>
                <c:pt idx="5">
                  <c:v>Pune</c:v>
                </c:pt>
              </c:strCache>
            </c:strRef>
          </c:cat>
          <c:val>
            <c:numRef>
              <c:f>'Dashboard 3'!$B$25:$B$31</c:f>
              <c:numCache>
                <c:formatCode>General</c:formatCode>
                <c:ptCount val="6"/>
                <c:pt idx="0">
                  <c:v>54.507784431137722</c:v>
                </c:pt>
                <c:pt idx="1">
                  <c:v>53.387116195063214</c:v>
                </c:pt>
                <c:pt idx="2">
                  <c:v>54.729227193492157</c:v>
                </c:pt>
                <c:pt idx="3">
                  <c:v>54.790380047505941</c:v>
                </c:pt>
                <c:pt idx="4">
                  <c:v>54.277571251548949</c:v>
                </c:pt>
                <c:pt idx="5">
                  <c:v>54.605454545454542</c:v>
                </c:pt>
              </c:numCache>
            </c:numRef>
          </c:val>
          <c:extLst>
            <c:ext xmlns:c16="http://schemas.microsoft.com/office/drawing/2014/chart" uri="{C3380CC4-5D6E-409C-BE32-E72D297353CC}">
              <c16:uniqueId val="{00000000-DCCC-4601-89DA-378F71BD85D8}"/>
            </c:ext>
          </c:extLst>
        </c:ser>
        <c:ser>
          <c:idx val="1"/>
          <c:order val="1"/>
          <c:tx>
            <c:strRef>
              <c:f>'Dashboard 3'!$C$24</c:f>
              <c:strCache>
                <c:ptCount val="1"/>
                <c:pt idx="0">
                  <c:v>Average of Customer_Rating</c:v>
                </c:pt>
              </c:strCache>
            </c:strRef>
          </c:tx>
          <c:spPr>
            <a:solidFill>
              <a:schemeClr val="accent2">
                <a:shade val="76000"/>
              </a:schemeClr>
            </a:solidFill>
            <a:ln>
              <a:noFill/>
            </a:ln>
            <a:effectLst/>
            <a:sp3d/>
          </c:spPr>
          <c:dLbls>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3'!$A$25:$A$31</c:f>
              <c:strCache>
                <c:ptCount val="6"/>
                <c:pt idx="0">
                  <c:v>Mumbai</c:v>
                </c:pt>
                <c:pt idx="1">
                  <c:v>Delhi</c:v>
                </c:pt>
                <c:pt idx="2">
                  <c:v>Hyderabad</c:v>
                </c:pt>
                <c:pt idx="3">
                  <c:v>Bangalore</c:v>
                </c:pt>
                <c:pt idx="4">
                  <c:v>Chennai</c:v>
                </c:pt>
                <c:pt idx="5">
                  <c:v>Pune</c:v>
                </c:pt>
              </c:strCache>
            </c:strRef>
          </c:cat>
          <c:val>
            <c:numRef>
              <c:f>'Dashboard 3'!$C$25:$C$31</c:f>
              <c:numCache>
                <c:formatCode>General</c:formatCode>
                <c:ptCount val="6"/>
                <c:pt idx="0">
                  <c:v>3.0467065868263474</c:v>
                </c:pt>
                <c:pt idx="1">
                  <c:v>3.0036122817579773</c:v>
                </c:pt>
                <c:pt idx="2">
                  <c:v>2.9982568274259154</c:v>
                </c:pt>
                <c:pt idx="3">
                  <c:v>2.9934679334916865</c:v>
                </c:pt>
                <c:pt idx="4">
                  <c:v>2.9708798017348204</c:v>
                </c:pt>
                <c:pt idx="5">
                  <c:v>2.94</c:v>
                </c:pt>
              </c:numCache>
            </c:numRef>
          </c:val>
          <c:extLst>
            <c:ext xmlns:c16="http://schemas.microsoft.com/office/drawing/2014/chart" uri="{C3380CC4-5D6E-409C-BE32-E72D297353CC}">
              <c16:uniqueId val="{00000001-DCCC-4601-89DA-378F71BD85D8}"/>
            </c:ext>
          </c:extLst>
        </c:ser>
        <c:dLbls>
          <c:showLegendKey val="0"/>
          <c:showVal val="1"/>
          <c:showCatName val="0"/>
          <c:showSerName val="0"/>
          <c:showPercent val="0"/>
          <c:showBubbleSize val="0"/>
        </c:dLbls>
        <c:axId val="713914464"/>
        <c:axId val="713914944"/>
        <c:axId val="0"/>
      </c:area3DChart>
      <c:catAx>
        <c:axId val="71391446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713914944"/>
        <c:crosses val="autoZero"/>
        <c:auto val="1"/>
        <c:lblAlgn val="ctr"/>
        <c:lblOffset val="100"/>
        <c:noMultiLvlLbl val="0"/>
      </c:catAx>
      <c:valAx>
        <c:axId val="713914944"/>
        <c:scaling>
          <c:orientation val="minMax"/>
        </c:scaling>
        <c:delete val="1"/>
        <c:axPos val="l"/>
        <c:numFmt formatCode="General" sourceLinked="1"/>
        <c:majorTickMark val="none"/>
        <c:minorTickMark val="none"/>
        <c:tickLblPos val="nextTo"/>
        <c:crossAx val="713914464"/>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w="9525" cap="flat" cmpd="sng" algn="ctr">
      <a:noFill/>
      <a:round/>
    </a:ln>
    <a:effectLst/>
    <a:scene3d>
      <a:camera prst="orthographicFront"/>
      <a:lightRig rig="threePt" dir="t"/>
    </a:scene3d>
    <a:sp3d>
      <a:bevelT w="165100" prst="coolSlant"/>
    </a:sp3d>
  </c:spPr>
  <c:txPr>
    <a:bodyPr/>
    <a:lstStyle/>
    <a:p>
      <a:pPr>
        <a:defRPr>
          <a:solidFill>
            <a:schemeClr val="lt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9">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dk1">
                <a:lumMod val="65000"/>
                <a:lumOff val="35000"/>
              </a:schemeClr>
            </a:gs>
            <a:gs pos="100000">
              <a:schemeClr val="dk1">
                <a:lumMod val="75000"/>
                <a:lumOff val="25000"/>
              </a:schemeClr>
            </a:gs>
          </a:gsLst>
          <a:lin ang="10800000" scaled="0"/>
        </a:gradFill>
        <a:round/>
      </a:ln>
      <a:effectLst/>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3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50000"/>
            <a:lumOff val="50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4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1E5EB6-D04A-057E-76CC-10145FC9214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F717993-304C-356B-4CE0-EF3D4911CC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DB0E166-5A1B-482B-8AF2-D8C815FDF249}" type="datetimeFigureOut">
              <a:rPr lang="en-US" smtClean="0"/>
              <a:t>2/15/2026</a:t>
            </a:fld>
            <a:endParaRPr lang="en-US"/>
          </a:p>
        </p:txBody>
      </p:sp>
      <p:sp>
        <p:nvSpPr>
          <p:cNvPr id="4" name="Footer Placeholder 3">
            <a:extLst>
              <a:ext uri="{FF2B5EF4-FFF2-40B4-BE49-F238E27FC236}">
                <a16:creationId xmlns:a16="http://schemas.microsoft.com/office/drawing/2014/main" id="{2D041726-6236-252D-3125-CBE2DA5E4B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822961-1CA4-DC23-FD04-7752853CDE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641F-8D2E-4B6D-A516-55AB9539386C}" type="slidenum">
              <a:rPr lang="en-US" smtClean="0"/>
              <a:t>‹#›</a:t>
            </a:fld>
            <a:endParaRPr lang="en-US"/>
          </a:p>
        </p:txBody>
      </p:sp>
    </p:spTree>
    <p:extLst>
      <p:ext uri="{BB962C8B-B14F-4D97-AF65-F5344CB8AC3E}">
        <p14:creationId xmlns:p14="http://schemas.microsoft.com/office/powerpoint/2010/main" val="31916223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F2D7DB-A7D3-4580-9EEB-017447174A94}"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3B6B39-1FB3-456D-8568-1EF3109362A9}" type="slidenum">
              <a:rPr lang="en-US" smtClean="0"/>
              <a:t>‹#›</a:t>
            </a:fld>
            <a:endParaRPr lang="en-US"/>
          </a:p>
        </p:txBody>
      </p:sp>
    </p:spTree>
    <p:extLst>
      <p:ext uri="{BB962C8B-B14F-4D97-AF65-F5344CB8AC3E}">
        <p14:creationId xmlns:p14="http://schemas.microsoft.com/office/powerpoint/2010/main" val="3965824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7156F1-34FE-756E-0B64-B272B7D4B6B8}"/>
              </a:ext>
              <a:ext uri="{C183D7F6-B498-43B3-948B-1728B52AA6E4}">
                <adec:decorative xmlns:adec="http://schemas.microsoft.com/office/drawing/2017/decorative" val="1"/>
              </a:ext>
            </a:extLst>
          </p:cNvPr>
          <p:cNvSpPr/>
          <p:nvPr userDrawn="1"/>
        </p:nvSpPr>
        <p:spPr>
          <a:xfrm>
            <a:off x="0" y="0"/>
            <a:ext cx="9128760" cy="6858000"/>
          </a:xfrm>
          <a:prstGeom prst="rect">
            <a:avLst/>
          </a:prstGeom>
          <a:solidFill>
            <a:schemeClr val="accent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FAFFF7A-2129-B9CE-1B30-239FEB640370}"/>
              </a:ext>
              <a:ext uri="{C183D7F6-B498-43B3-948B-1728B52AA6E4}">
                <adec:decorative xmlns:adec="http://schemas.microsoft.com/office/drawing/2017/decorative" val="1"/>
              </a:ext>
            </a:extLst>
          </p:cNvPr>
          <p:cNvPicPr>
            <a:picLocks noChangeAspect="1"/>
          </p:cNvPicPr>
          <p:nvPr userDrawn="1"/>
        </p:nvPicPr>
        <p:blipFill rotWithShape="1">
          <a:blip r:embed="rId2"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2736"/>
          <a:stretch/>
        </p:blipFill>
        <p:spPr>
          <a:xfrm rot="10800000" flipV="1">
            <a:off x="5644581" y="-7646"/>
            <a:ext cx="6547419" cy="6865646"/>
          </a:xfrm>
          <a:prstGeom prst="rect">
            <a:avLst/>
          </a:prstGeom>
        </p:spPr>
      </p:pic>
      <p:pic>
        <p:nvPicPr>
          <p:cNvPr id="11" name="Picture 10">
            <a:extLst>
              <a:ext uri="{FF2B5EF4-FFF2-40B4-BE49-F238E27FC236}">
                <a16:creationId xmlns:a16="http://schemas.microsoft.com/office/drawing/2014/main" id="{61FBDFE4-22E9-9FAC-E1DD-D7F4FB161B6E}"/>
              </a:ext>
              <a:ext uri="{C183D7F6-B498-43B3-948B-1728B52AA6E4}">
                <adec:decorative xmlns:adec="http://schemas.microsoft.com/office/drawing/2017/decorative" val="1"/>
              </a:ext>
            </a:extLst>
          </p:cNvPr>
          <p:cNvPicPr>
            <a:picLocks noChangeAspect="1"/>
          </p:cNvPicPr>
          <p:nvPr userDrawn="1"/>
        </p:nvPicPr>
        <p:blipFill rotWithShape="1">
          <a:blip r:embed="rId3"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4367" b="-6266"/>
          <a:stretch/>
        </p:blipFill>
        <p:spPr>
          <a:xfrm rot="5400000" flipV="1">
            <a:off x="63141" y="-70784"/>
            <a:ext cx="4163783" cy="4290062"/>
          </a:xfrm>
          <a:prstGeom prst="rect">
            <a:avLst/>
          </a:prstGeom>
        </p:spPr>
      </p:pic>
      <p:sp>
        <p:nvSpPr>
          <p:cNvPr id="2" name="Title 1">
            <a:extLst>
              <a:ext uri="{FF2B5EF4-FFF2-40B4-BE49-F238E27FC236}">
                <a16:creationId xmlns:a16="http://schemas.microsoft.com/office/drawing/2014/main" id="{5B369027-A380-3EDB-355B-67F17AC86460}"/>
              </a:ext>
            </a:extLst>
          </p:cNvPr>
          <p:cNvSpPr>
            <a:spLocks noGrp="1"/>
          </p:cNvSpPr>
          <p:nvPr>
            <p:ph type="ctrTitle" hasCustomPrompt="1"/>
          </p:nvPr>
        </p:nvSpPr>
        <p:spPr>
          <a:xfrm>
            <a:off x="702468" y="1803015"/>
            <a:ext cx="5393532" cy="3670685"/>
          </a:xfrm>
        </p:spPr>
        <p:txBody>
          <a:bodyPr lIns="0" anchor="b">
            <a:noAutofit/>
          </a:bodyPr>
          <a:lstStyle>
            <a:lvl1pPr algn="l">
              <a:lnSpc>
                <a:spcPct val="80000"/>
              </a:lnSpc>
              <a:defRPr sz="8000" baseline="0">
                <a:solidFill>
                  <a:schemeClr val="tx1"/>
                </a:solidFill>
              </a:defRPr>
            </a:lvl1pPr>
          </a:lstStyle>
          <a:p>
            <a:r>
              <a:rPr lang="en-US" dirty="0"/>
              <a:t>Click to add title</a:t>
            </a:r>
          </a:p>
        </p:txBody>
      </p:sp>
      <p:sp>
        <p:nvSpPr>
          <p:cNvPr id="8" name="Text Placeholder 6">
            <a:extLst>
              <a:ext uri="{FF2B5EF4-FFF2-40B4-BE49-F238E27FC236}">
                <a16:creationId xmlns:a16="http://schemas.microsoft.com/office/drawing/2014/main" id="{E3DAB823-8DF9-82FE-1C75-C0BED798A8D0}"/>
              </a:ext>
            </a:extLst>
          </p:cNvPr>
          <p:cNvSpPr>
            <a:spLocks noGrp="1"/>
          </p:cNvSpPr>
          <p:nvPr>
            <p:ph type="body" sz="quarter" idx="12" hasCustomPrompt="1"/>
          </p:nvPr>
        </p:nvSpPr>
        <p:spPr>
          <a:xfrm>
            <a:off x="702468" y="904461"/>
            <a:ext cx="4609760" cy="890909"/>
          </a:xfrm>
        </p:spPr>
        <p:txBody>
          <a:bodyPr lIns="0" rIns="0" anchor="ctr">
            <a:normAutofit/>
          </a:bodyPr>
          <a:lstStyle>
            <a:lvl1pPr marL="0" indent="0" algn="l">
              <a:buNone/>
              <a:defRPr sz="2400" cap="all" spc="0" baseline="0">
                <a:solidFill>
                  <a:schemeClr val="tx1"/>
                </a:solidFill>
              </a:defRPr>
            </a:lvl1pPr>
          </a:lstStyle>
          <a:p>
            <a:pPr lvl="0"/>
            <a:r>
              <a:rPr lang="en-US" dirty="0"/>
              <a:t>Click to add subtitle</a:t>
            </a:r>
          </a:p>
        </p:txBody>
      </p:sp>
      <p:sp>
        <p:nvSpPr>
          <p:cNvPr id="7" name="Text Placeholder 6">
            <a:extLst>
              <a:ext uri="{FF2B5EF4-FFF2-40B4-BE49-F238E27FC236}">
                <a16:creationId xmlns:a16="http://schemas.microsoft.com/office/drawing/2014/main" id="{589EB697-B782-B0BE-B5BE-74CE1BA5A06A}"/>
              </a:ext>
            </a:extLst>
          </p:cNvPr>
          <p:cNvSpPr>
            <a:spLocks noGrp="1"/>
          </p:cNvSpPr>
          <p:nvPr>
            <p:ph type="body" sz="quarter" idx="11" hasCustomPrompt="1"/>
          </p:nvPr>
        </p:nvSpPr>
        <p:spPr>
          <a:xfrm>
            <a:off x="702468" y="5658078"/>
            <a:ext cx="5393532" cy="389251"/>
          </a:xfrm>
        </p:spPr>
        <p:txBody>
          <a:bodyPr lIns="0" anchor="t">
            <a:normAutofit/>
          </a:bodyPr>
          <a:lstStyle>
            <a:lvl1pPr marL="0" indent="0">
              <a:buNone/>
              <a:defRPr sz="1600" b="0" cap="all" spc="0" baseline="0">
                <a:solidFill>
                  <a:schemeClr val="tx1"/>
                </a:solidFill>
              </a:defRPr>
            </a:lvl1pPr>
          </a:lstStyle>
          <a:p>
            <a:pPr lvl="0"/>
            <a:r>
              <a:rPr lang="en-US" dirty="0"/>
              <a:t>Click to add text</a:t>
            </a:r>
          </a:p>
        </p:txBody>
      </p:sp>
      <p:sp>
        <p:nvSpPr>
          <p:cNvPr id="3" name="Picture Placeholder 2">
            <a:extLst>
              <a:ext uri="{FF2B5EF4-FFF2-40B4-BE49-F238E27FC236}">
                <a16:creationId xmlns:a16="http://schemas.microsoft.com/office/drawing/2014/main" id="{D21CC78C-D6DB-602E-592B-738F7C0D4EBC}"/>
              </a:ext>
            </a:extLst>
          </p:cNvPr>
          <p:cNvSpPr>
            <a:spLocks noGrp="1"/>
          </p:cNvSpPr>
          <p:nvPr>
            <p:ph type="pic" sz="quarter" idx="10"/>
          </p:nvPr>
        </p:nvSpPr>
        <p:spPr>
          <a:xfrm>
            <a:off x="6685835" y="1048054"/>
            <a:ext cx="4840129" cy="4840129"/>
          </a:xfrm>
          <a:custGeom>
            <a:avLst/>
            <a:gdLst>
              <a:gd name="connsiteX0" fmla="*/ 2990850 w 5981700"/>
              <a:gd name="connsiteY0" fmla="*/ 0 h 5981700"/>
              <a:gd name="connsiteX1" fmla="*/ 5981700 w 5981700"/>
              <a:gd name="connsiteY1" fmla="*/ 2990850 h 5981700"/>
              <a:gd name="connsiteX2" fmla="*/ 2990850 w 5981700"/>
              <a:gd name="connsiteY2" fmla="*/ 5981700 h 5981700"/>
              <a:gd name="connsiteX3" fmla="*/ 0 w 5981700"/>
              <a:gd name="connsiteY3" fmla="*/ 2990850 h 5981700"/>
              <a:gd name="connsiteX4" fmla="*/ 2990850 w 5981700"/>
              <a:gd name="connsiteY4" fmla="*/ 0 h 598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700" h="5981700">
                <a:moveTo>
                  <a:pt x="2990850" y="0"/>
                </a:moveTo>
                <a:cubicBezTo>
                  <a:pt x="4642651" y="0"/>
                  <a:pt x="5981700" y="1339049"/>
                  <a:pt x="5981700" y="2990850"/>
                </a:cubicBezTo>
                <a:cubicBezTo>
                  <a:pt x="5981700" y="4642651"/>
                  <a:pt x="4642651" y="5981700"/>
                  <a:pt x="2990850" y="5981700"/>
                </a:cubicBezTo>
                <a:cubicBezTo>
                  <a:pt x="1339049" y="5981700"/>
                  <a:pt x="0" y="4642651"/>
                  <a:pt x="0" y="2990850"/>
                </a:cubicBezTo>
                <a:cubicBezTo>
                  <a:pt x="0" y="1339049"/>
                  <a:pt x="1339049" y="0"/>
                  <a:pt x="2990850" y="0"/>
                </a:cubicBezTo>
                <a:close/>
              </a:path>
            </a:pathLst>
          </a:custGeom>
          <a:ln w="76200">
            <a:solidFill>
              <a:schemeClr val="accent2">
                <a:lumMod val="60000"/>
                <a:lumOff val="40000"/>
              </a:schemeClr>
            </a:solidFill>
          </a:ln>
        </p:spPr>
        <p:txBody>
          <a:bodyPr wrap="square" tIns="1371600">
            <a:noAutofit/>
          </a:bodyPr>
          <a:lstStyle>
            <a:lvl1pPr marL="0" indent="0" algn="ctr">
              <a:buNone/>
              <a:defRPr sz="2000">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95731867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accent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1FBDFE4-22E9-9FAC-E1DD-D7F4FB161B6E}"/>
              </a:ext>
              <a:ext uri="{C183D7F6-B498-43B3-948B-1728B52AA6E4}">
                <adec:decorative xmlns:adec="http://schemas.microsoft.com/office/drawing/2017/decorative" val="1"/>
              </a:ext>
            </a:extLst>
          </p:cNvPr>
          <p:cNvPicPr>
            <a:picLocks noChangeAspect="1"/>
          </p:cNvPicPr>
          <p:nvPr userDrawn="1"/>
        </p:nvPicPr>
        <p:blipFill rotWithShape="1">
          <a:blip r:embed="rId2"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3921" b="-5281"/>
          <a:stretch/>
        </p:blipFill>
        <p:spPr>
          <a:xfrm rot="16200000" flipV="1">
            <a:off x="7359287" y="2025287"/>
            <a:ext cx="4620983" cy="5044442"/>
          </a:xfrm>
          <a:prstGeom prst="rect">
            <a:avLst/>
          </a:prstGeom>
        </p:spPr>
      </p:pic>
      <p:sp>
        <p:nvSpPr>
          <p:cNvPr id="4" name="Rectangle 3">
            <a:extLst>
              <a:ext uri="{FF2B5EF4-FFF2-40B4-BE49-F238E27FC236}">
                <a16:creationId xmlns:a16="http://schemas.microsoft.com/office/drawing/2014/main" id="{907156F1-34FE-756E-0B64-B272B7D4B6B8}"/>
              </a:ext>
              <a:ext uri="{C183D7F6-B498-43B3-948B-1728B52AA6E4}">
                <adec:decorative xmlns:adec="http://schemas.microsoft.com/office/drawing/2017/decorative" val="1"/>
              </a:ext>
            </a:extLst>
          </p:cNvPr>
          <p:cNvSpPr/>
          <p:nvPr userDrawn="1"/>
        </p:nvSpPr>
        <p:spPr>
          <a:xfrm>
            <a:off x="0" y="-7646"/>
            <a:ext cx="6151794" cy="6865646"/>
          </a:xfrm>
          <a:prstGeom prst="rect">
            <a:avLst/>
          </a:prstGeom>
          <a:solidFill>
            <a:schemeClr val="accent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FAFFF7A-2129-B9CE-1B30-239FEB640370}"/>
              </a:ext>
              <a:ext uri="{C183D7F6-B498-43B3-948B-1728B52AA6E4}">
                <adec:decorative xmlns:adec="http://schemas.microsoft.com/office/drawing/2017/decorative" val="1"/>
              </a:ext>
            </a:extLst>
          </p:cNvPr>
          <p:cNvPicPr>
            <a:picLocks noChangeAspect="1"/>
          </p:cNvPicPr>
          <p:nvPr userDrawn="1"/>
        </p:nvPicPr>
        <p:blipFill rotWithShape="1">
          <a:blip r:embed="rId3"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2736" b="-775"/>
          <a:stretch/>
        </p:blipFill>
        <p:spPr>
          <a:xfrm rot="5400000" flipV="1">
            <a:off x="620844" y="-620842"/>
            <a:ext cx="6547419" cy="7789106"/>
          </a:xfrm>
          <a:prstGeom prst="rect">
            <a:avLst/>
          </a:prstGeom>
        </p:spPr>
      </p:pic>
      <p:sp>
        <p:nvSpPr>
          <p:cNvPr id="2" name="Title 1">
            <a:extLst>
              <a:ext uri="{FF2B5EF4-FFF2-40B4-BE49-F238E27FC236}">
                <a16:creationId xmlns:a16="http://schemas.microsoft.com/office/drawing/2014/main" id="{5B369027-A380-3EDB-355B-67F17AC86460}"/>
              </a:ext>
            </a:extLst>
          </p:cNvPr>
          <p:cNvSpPr>
            <a:spLocks noGrp="1"/>
          </p:cNvSpPr>
          <p:nvPr>
            <p:ph type="ctrTitle" hasCustomPrompt="1"/>
          </p:nvPr>
        </p:nvSpPr>
        <p:spPr>
          <a:xfrm>
            <a:off x="6679486" y="3162300"/>
            <a:ext cx="5492974" cy="3620240"/>
          </a:xfrm>
        </p:spPr>
        <p:txBody>
          <a:bodyPr lIns="0" anchor="t">
            <a:noAutofit/>
          </a:bodyPr>
          <a:lstStyle>
            <a:lvl1pPr algn="l">
              <a:lnSpc>
                <a:spcPct val="80000"/>
              </a:lnSpc>
              <a:defRPr sz="6600" baseline="0">
                <a:solidFill>
                  <a:schemeClr val="tx1"/>
                </a:solidFill>
              </a:defRPr>
            </a:lvl1pPr>
          </a:lstStyle>
          <a:p>
            <a:r>
              <a:rPr lang="en-US" dirty="0"/>
              <a:t>Click to add title</a:t>
            </a:r>
          </a:p>
        </p:txBody>
      </p:sp>
      <p:sp>
        <p:nvSpPr>
          <p:cNvPr id="3" name="Picture Placeholder 2">
            <a:extLst>
              <a:ext uri="{FF2B5EF4-FFF2-40B4-BE49-F238E27FC236}">
                <a16:creationId xmlns:a16="http://schemas.microsoft.com/office/drawing/2014/main" id="{D21CC78C-D6DB-602E-592B-738F7C0D4EBC}"/>
              </a:ext>
            </a:extLst>
          </p:cNvPr>
          <p:cNvSpPr>
            <a:spLocks noGrp="1"/>
          </p:cNvSpPr>
          <p:nvPr>
            <p:ph type="pic" sz="quarter" idx="10"/>
          </p:nvPr>
        </p:nvSpPr>
        <p:spPr>
          <a:xfrm>
            <a:off x="665794" y="1048054"/>
            <a:ext cx="4840129" cy="4840129"/>
          </a:xfrm>
          <a:custGeom>
            <a:avLst/>
            <a:gdLst>
              <a:gd name="connsiteX0" fmla="*/ 2990850 w 5981700"/>
              <a:gd name="connsiteY0" fmla="*/ 0 h 5981700"/>
              <a:gd name="connsiteX1" fmla="*/ 5981700 w 5981700"/>
              <a:gd name="connsiteY1" fmla="*/ 2990850 h 5981700"/>
              <a:gd name="connsiteX2" fmla="*/ 2990850 w 5981700"/>
              <a:gd name="connsiteY2" fmla="*/ 5981700 h 5981700"/>
              <a:gd name="connsiteX3" fmla="*/ 0 w 5981700"/>
              <a:gd name="connsiteY3" fmla="*/ 2990850 h 5981700"/>
              <a:gd name="connsiteX4" fmla="*/ 2990850 w 5981700"/>
              <a:gd name="connsiteY4" fmla="*/ 0 h 598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700" h="5981700">
                <a:moveTo>
                  <a:pt x="2990850" y="0"/>
                </a:moveTo>
                <a:cubicBezTo>
                  <a:pt x="4642651" y="0"/>
                  <a:pt x="5981700" y="1339049"/>
                  <a:pt x="5981700" y="2990850"/>
                </a:cubicBezTo>
                <a:cubicBezTo>
                  <a:pt x="5981700" y="4642651"/>
                  <a:pt x="4642651" y="5981700"/>
                  <a:pt x="2990850" y="5981700"/>
                </a:cubicBezTo>
                <a:cubicBezTo>
                  <a:pt x="1339049" y="5981700"/>
                  <a:pt x="0" y="4642651"/>
                  <a:pt x="0" y="2990850"/>
                </a:cubicBezTo>
                <a:cubicBezTo>
                  <a:pt x="0" y="1339049"/>
                  <a:pt x="1339049" y="0"/>
                  <a:pt x="2990850" y="0"/>
                </a:cubicBezTo>
                <a:close/>
              </a:path>
            </a:pathLst>
          </a:custGeom>
          <a:ln w="76200">
            <a:solidFill>
              <a:schemeClr val="accent2">
                <a:lumMod val="60000"/>
                <a:lumOff val="40000"/>
              </a:schemeClr>
            </a:solidFill>
          </a:ln>
        </p:spPr>
        <p:txBody>
          <a:bodyPr wrap="square" tIns="1371600">
            <a:noAutofit/>
          </a:bodyPr>
          <a:lstStyle>
            <a:lvl1pPr marL="0" indent="0" algn="ctr">
              <a:buNone/>
              <a:defRPr sz="2000">
                <a:solidFill>
                  <a:schemeClr val="tx1"/>
                </a:solidFill>
              </a:defRPr>
            </a:lvl1pPr>
          </a:lstStyle>
          <a:p>
            <a:r>
              <a:rPr lang="en-US"/>
              <a:t>Click icon to add picture</a:t>
            </a:r>
            <a:endParaRPr lang="en-US" dirty="0"/>
          </a:p>
        </p:txBody>
      </p:sp>
      <p:sp>
        <p:nvSpPr>
          <p:cNvPr id="6" name="Text Placeholder 6">
            <a:extLst>
              <a:ext uri="{FF2B5EF4-FFF2-40B4-BE49-F238E27FC236}">
                <a16:creationId xmlns:a16="http://schemas.microsoft.com/office/drawing/2014/main" id="{2308F0DE-05CF-52D2-524A-39AFB4CD0196}"/>
              </a:ext>
            </a:extLst>
          </p:cNvPr>
          <p:cNvSpPr>
            <a:spLocks noGrp="1"/>
          </p:cNvSpPr>
          <p:nvPr>
            <p:ph type="body" sz="quarter" idx="11" hasCustomPrompt="1"/>
          </p:nvPr>
        </p:nvSpPr>
        <p:spPr>
          <a:xfrm>
            <a:off x="6679486" y="754602"/>
            <a:ext cx="3724353" cy="2148619"/>
          </a:xfrm>
        </p:spPr>
        <p:txBody>
          <a:bodyPr lIns="0" anchor="b">
            <a:normAutofit/>
          </a:bodyPr>
          <a:lstStyle>
            <a:lvl1pPr marL="0" indent="0" algn="l">
              <a:buNone/>
              <a:defRPr lang="en-US" sz="1600" b="0" kern="1200" cap="all" spc="0" dirty="0">
                <a:solidFill>
                  <a:schemeClr val="tx1"/>
                </a:solidFill>
                <a:latin typeface="+mn-lt"/>
                <a:ea typeface="+mn-ea"/>
                <a:cs typeface="+mn-cs"/>
              </a:defRPr>
            </a:lvl1pPr>
          </a:lstStyle>
          <a:p>
            <a:pPr lvl="0"/>
            <a:r>
              <a:rPr lang="en-US" dirty="0"/>
              <a:t>Click to add subtitle</a:t>
            </a:r>
          </a:p>
        </p:txBody>
      </p:sp>
      <p:pic>
        <p:nvPicPr>
          <p:cNvPr id="14" name="Graphic 13">
            <a:extLst>
              <a:ext uri="{FF2B5EF4-FFF2-40B4-BE49-F238E27FC236}">
                <a16:creationId xmlns:a16="http://schemas.microsoft.com/office/drawing/2014/main" id="{7AB5F830-68FC-D02D-E399-9A7E2D0010A2}"/>
              </a:ext>
              <a:ext uri="{C183D7F6-B498-43B3-948B-1728B52AA6E4}">
                <adec:decorative xmlns:adec="http://schemas.microsoft.com/office/drawing/2017/decorative" val="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20504" b="19513"/>
          <a:stretch/>
        </p:blipFill>
        <p:spPr>
          <a:xfrm rot="16200000">
            <a:off x="10787010" y="371951"/>
            <a:ext cx="1232643" cy="1577341"/>
          </a:xfrm>
          <a:prstGeom prst="rect">
            <a:avLst/>
          </a:prstGeom>
        </p:spPr>
      </p:pic>
    </p:spTree>
    <p:extLst>
      <p:ext uri="{BB962C8B-B14F-4D97-AF65-F5344CB8AC3E}">
        <p14:creationId xmlns:p14="http://schemas.microsoft.com/office/powerpoint/2010/main" val="407100658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7156F1-34FE-756E-0B64-B272B7D4B6B8}"/>
              </a:ext>
              <a:ext uri="{C183D7F6-B498-43B3-948B-1728B52AA6E4}">
                <adec:decorative xmlns:adec="http://schemas.microsoft.com/office/drawing/2017/decorative" val="1"/>
              </a:ext>
            </a:extLst>
          </p:cNvPr>
          <p:cNvSpPr/>
          <p:nvPr userDrawn="1"/>
        </p:nvSpPr>
        <p:spPr>
          <a:xfrm>
            <a:off x="9098280" y="-7646"/>
            <a:ext cx="3093720" cy="6865646"/>
          </a:xfrm>
          <a:prstGeom prst="rect">
            <a:avLst/>
          </a:prstGeom>
          <a:solidFill>
            <a:schemeClr val="accent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FAFFF7A-2129-B9CE-1B30-239FEB640370}"/>
              </a:ext>
              <a:ext uri="{C183D7F6-B498-43B3-948B-1728B52AA6E4}">
                <adec:decorative xmlns:adec="http://schemas.microsoft.com/office/drawing/2017/decorative" val="1"/>
              </a:ext>
            </a:extLst>
          </p:cNvPr>
          <p:cNvPicPr>
            <a:picLocks noChangeAspect="1"/>
          </p:cNvPicPr>
          <p:nvPr userDrawn="1"/>
        </p:nvPicPr>
        <p:blipFill rotWithShape="1">
          <a:blip r:embed="rId2"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2736"/>
          <a:stretch/>
        </p:blipFill>
        <p:spPr>
          <a:xfrm rot="10800000" flipV="1">
            <a:off x="5644581" y="-7646"/>
            <a:ext cx="6547419" cy="6865646"/>
          </a:xfrm>
          <a:prstGeom prst="rect">
            <a:avLst/>
          </a:prstGeom>
        </p:spPr>
      </p:pic>
      <p:pic>
        <p:nvPicPr>
          <p:cNvPr id="11" name="Picture 10">
            <a:extLst>
              <a:ext uri="{FF2B5EF4-FFF2-40B4-BE49-F238E27FC236}">
                <a16:creationId xmlns:a16="http://schemas.microsoft.com/office/drawing/2014/main" id="{61FBDFE4-22E9-9FAC-E1DD-D7F4FB161B6E}"/>
              </a:ext>
              <a:ext uri="{C183D7F6-B498-43B3-948B-1728B52AA6E4}">
                <adec:decorative xmlns:adec="http://schemas.microsoft.com/office/drawing/2017/decorative" val="1"/>
              </a:ext>
            </a:extLst>
          </p:cNvPr>
          <p:cNvPicPr>
            <a:picLocks noChangeAspect="1"/>
          </p:cNvPicPr>
          <p:nvPr userDrawn="1"/>
        </p:nvPicPr>
        <p:blipFill rotWithShape="1">
          <a:blip r:embed="rId3"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4367" b="-6266"/>
          <a:stretch/>
        </p:blipFill>
        <p:spPr>
          <a:xfrm rot="5400000" flipV="1">
            <a:off x="63138" y="-70783"/>
            <a:ext cx="4163783" cy="4290062"/>
          </a:xfrm>
          <a:prstGeom prst="rect">
            <a:avLst/>
          </a:prstGeom>
        </p:spPr>
      </p:pic>
      <p:sp>
        <p:nvSpPr>
          <p:cNvPr id="2" name="Title 1">
            <a:extLst>
              <a:ext uri="{FF2B5EF4-FFF2-40B4-BE49-F238E27FC236}">
                <a16:creationId xmlns:a16="http://schemas.microsoft.com/office/drawing/2014/main" id="{5B369027-A380-3EDB-355B-67F17AC86460}"/>
              </a:ext>
            </a:extLst>
          </p:cNvPr>
          <p:cNvSpPr>
            <a:spLocks noGrp="1"/>
          </p:cNvSpPr>
          <p:nvPr>
            <p:ph type="ctrTitle" hasCustomPrompt="1"/>
          </p:nvPr>
        </p:nvSpPr>
        <p:spPr>
          <a:xfrm>
            <a:off x="630281" y="3040380"/>
            <a:ext cx="5430207" cy="3817620"/>
          </a:xfrm>
        </p:spPr>
        <p:txBody>
          <a:bodyPr lIns="0" anchor="t">
            <a:noAutofit/>
          </a:bodyPr>
          <a:lstStyle>
            <a:lvl1pPr algn="l">
              <a:defRPr sz="7000" baseline="0">
                <a:solidFill>
                  <a:schemeClr val="tx1"/>
                </a:solidFill>
              </a:defRPr>
            </a:lvl1pPr>
          </a:lstStyle>
          <a:p>
            <a:r>
              <a:rPr lang="en-US" dirty="0"/>
              <a:t>Click to add title</a:t>
            </a:r>
          </a:p>
        </p:txBody>
      </p:sp>
      <p:sp>
        <p:nvSpPr>
          <p:cNvPr id="6" name="Text Placeholder 6">
            <a:extLst>
              <a:ext uri="{FF2B5EF4-FFF2-40B4-BE49-F238E27FC236}">
                <a16:creationId xmlns:a16="http://schemas.microsoft.com/office/drawing/2014/main" id="{2308F0DE-05CF-52D2-524A-39AFB4CD0196}"/>
              </a:ext>
            </a:extLst>
          </p:cNvPr>
          <p:cNvSpPr>
            <a:spLocks noGrp="1"/>
          </p:cNvSpPr>
          <p:nvPr>
            <p:ph type="body" sz="quarter" idx="11" hasCustomPrompt="1"/>
          </p:nvPr>
        </p:nvSpPr>
        <p:spPr>
          <a:xfrm>
            <a:off x="630281" y="1225118"/>
            <a:ext cx="4634178" cy="1678103"/>
          </a:xfrm>
        </p:spPr>
        <p:txBody>
          <a:bodyPr lIns="0" anchor="b">
            <a:normAutofit/>
          </a:bodyPr>
          <a:lstStyle>
            <a:lvl1pPr marL="0" indent="0" algn="l">
              <a:buNone/>
              <a:defRPr sz="2000" b="0" cap="all" spc="0" baseline="0">
                <a:solidFill>
                  <a:schemeClr val="tx1"/>
                </a:solidFill>
              </a:defRPr>
            </a:lvl1pPr>
          </a:lstStyle>
          <a:p>
            <a:pPr lvl="0"/>
            <a:r>
              <a:rPr lang="en-US" dirty="0"/>
              <a:t>Click to add subtitle</a:t>
            </a:r>
          </a:p>
        </p:txBody>
      </p:sp>
      <p:sp>
        <p:nvSpPr>
          <p:cNvPr id="5" name="Picture Placeholder 4">
            <a:extLst>
              <a:ext uri="{FF2B5EF4-FFF2-40B4-BE49-F238E27FC236}">
                <a16:creationId xmlns:a16="http://schemas.microsoft.com/office/drawing/2014/main" id="{4914434B-2F33-1D60-AE02-DDEC3B9CF870}"/>
              </a:ext>
            </a:extLst>
          </p:cNvPr>
          <p:cNvSpPr>
            <a:spLocks noGrp="1"/>
          </p:cNvSpPr>
          <p:nvPr>
            <p:ph type="pic" sz="quarter" idx="12"/>
          </p:nvPr>
        </p:nvSpPr>
        <p:spPr>
          <a:xfrm>
            <a:off x="6685835" y="1048054"/>
            <a:ext cx="4840129" cy="4840129"/>
          </a:xfrm>
          <a:custGeom>
            <a:avLst/>
            <a:gdLst>
              <a:gd name="connsiteX0" fmla="*/ 2990850 w 5981700"/>
              <a:gd name="connsiteY0" fmla="*/ 0 h 5981700"/>
              <a:gd name="connsiteX1" fmla="*/ 5981700 w 5981700"/>
              <a:gd name="connsiteY1" fmla="*/ 2990850 h 5981700"/>
              <a:gd name="connsiteX2" fmla="*/ 2990850 w 5981700"/>
              <a:gd name="connsiteY2" fmla="*/ 5981700 h 5981700"/>
              <a:gd name="connsiteX3" fmla="*/ 0 w 5981700"/>
              <a:gd name="connsiteY3" fmla="*/ 2990850 h 5981700"/>
              <a:gd name="connsiteX4" fmla="*/ 2990850 w 5981700"/>
              <a:gd name="connsiteY4" fmla="*/ 0 h 598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1700" h="5981700">
                <a:moveTo>
                  <a:pt x="2990850" y="0"/>
                </a:moveTo>
                <a:cubicBezTo>
                  <a:pt x="4642651" y="0"/>
                  <a:pt x="5981700" y="1339049"/>
                  <a:pt x="5981700" y="2990850"/>
                </a:cubicBezTo>
                <a:cubicBezTo>
                  <a:pt x="5981700" y="4642651"/>
                  <a:pt x="4642651" y="5981700"/>
                  <a:pt x="2990850" y="5981700"/>
                </a:cubicBezTo>
                <a:cubicBezTo>
                  <a:pt x="1339049" y="5981700"/>
                  <a:pt x="0" y="4642651"/>
                  <a:pt x="0" y="2990850"/>
                </a:cubicBezTo>
                <a:cubicBezTo>
                  <a:pt x="0" y="1339049"/>
                  <a:pt x="1339049" y="0"/>
                  <a:pt x="2990850" y="0"/>
                </a:cubicBezTo>
                <a:close/>
              </a:path>
            </a:pathLst>
          </a:custGeom>
          <a:ln w="76200">
            <a:solidFill>
              <a:schemeClr val="accent2">
                <a:lumMod val="60000"/>
                <a:lumOff val="40000"/>
              </a:schemeClr>
            </a:solidFill>
          </a:ln>
        </p:spPr>
        <p:txBody>
          <a:bodyPr wrap="square" tIns="1371600">
            <a:noAutofit/>
          </a:bodyPr>
          <a:lstStyle>
            <a:lvl1pPr marL="0" indent="0" algn="ctr">
              <a:buNone/>
              <a:defRPr sz="2000">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9525066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and Title ">
    <p:bg>
      <p:bgPr>
        <a:solidFill>
          <a:schemeClr val="accent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E5157DB4-9CB7-294E-6FC5-03F67A02B0BA}"/>
              </a:ext>
              <a:ext uri="{C183D7F6-B498-43B3-948B-1728B52AA6E4}">
                <adec:decorative xmlns:adec="http://schemas.microsoft.com/office/drawing/2017/decorative" val="1"/>
              </a:ext>
            </a:extLst>
          </p:cNvPr>
          <p:cNvSpPr/>
          <p:nvPr userDrawn="1"/>
        </p:nvSpPr>
        <p:spPr>
          <a:xfrm flipH="1">
            <a:off x="7249888" y="0"/>
            <a:ext cx="4942112" cy="6858000"/>
          </a:xfrm>
          <a:prstGeom prst="rect">
            <a:avLst/>
          </a:prstGeom>
          <a:solidFill>
            <a:schemeClr val="accent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4552F5AC-18A6-7462-5EB6-6F6F3A4081BE}"/>
              </a:ext>
              <a:ext uri="{C183D7F6-B498-43B3-948B-1728B52AA6E4}">
                <adec:decorative xmlns:adec="http://schemas.microsoft.com/office/drawing/2017/decorative" val="1"/>
              </a:ext>
            </a:extLst>
          </p:cNvPr>
          <p:cNvPicPr>
            <a:picLocks noChangeAspect="1"/>
          </p:cNvPicPr>
          <p:nvPr userDrawn="1"/>
        </p:nvPicPr>
        <p:blipFill rotWithShape="1">
          <a:blip r:embed="rId2"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2736"/>
          <a:stretch/>
        </p:blipFill>
        <p:spPr>
          <a:xfrm flipV="1">
            <a:off x="0" y="0"/>
            <a:ext cx="6547419" cy="6865646"/>
          </a:xfrm>
          <a:prstGeom prst="rect">
            <a:avLst/>
          </a:prstGeom>
        </p:spPr>
      </p:pic>
      <p:cxnSp>
        <p:nvCxnSpPr>
          <p:cNvPr id="51" name="Straight Connector 50">
            <a:extLst>
              <a:ext uri="{FF2B5EF4-FFF2-40B4-BE49-F238E27FC236}">
                <a16:creationId xmlns:a16="http://schemas.microsoft.com/office/drawing/2014/main" id="{ED573256-59FC-E67E-E487-C37703D80849}"/>
              </a:ext>
              <a:ext uri="{C183D7F6-B498-43B3-948B-1728B52AA6E4}">
                <adec:decorative xmlns:adec="http://schemas.microsoft.com/office/drawing/2017/decorative" val="1"/>
              </a:ext>
            </a:extLst>
          </p:cNvPr>
          <p:cNvCxnSpPr/>
          <p:nvPr userDrawn="1"/>
        </p:nvCxnSpPr>
        <p:spPr>
          <a:xfrm>
            <a:off x="0" y="4808538"/>
            <a:ext cx="12192000" cy="0"/>
          </a:xfrm>
          <a:prstGeom prst="line">
            <a:avLst/>
          </a:prstGeom>
          <a:ln w="76200">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5B369027-A380-3EDB-355B-67F17AC86460}"/>
              </a:ext>
            </a:extLst>
          </p:cNvPr>
          <p:cNvSpPr>
            <a:spLocks noGrp="1"/>
          </p:cNvSpPr>
          <p:nvPr>
            <p:ph type="ctrTitle" hasCustomPrompt="1"/>
          </p:nvPr>
        </p:nvSpPr>
        <p:spPr>
          <a:xfrm>
            <a:off x="702469" y="4154558"/>
            <a:ext cx="5324951" cy="2220902"/>
          </a:xfrm>
        </p:spPr>
        <p:txBody>
          <a:bodyPr lIns="0" anchor="b">
            <a:noAutofit/>
          </a:bodyPr>
          <a:lstStyle>
            <a:lvl1pPr algn="l">
              <a:defRPr sz="6600" baseline="0">
                <a:solidFill>
                  <a:schemeClr val="tx1"/>
                </a:solidFill>
              </a:defRPr>
            </a:lvl1pPr>
          </a:lstStyle>
          <a:p>
            <a:r>
              <a:rPr lang="en-US" dirty="0"/>
              <a:t>Click to add title</a:t>
            </a:r>
          </a:p>
        </p:txBody>
      </p:sp>
      <p:sp>
        <p:nvSpPr>
          <p:cNvPr id="49" name="Picture Placeholder 48">
            <a:extLst>
              <a:ext uri="{FF2B5EF4-FFF2-40B4-BE49-F238E27FC236}">
                <a16:creationId xmlns:a16="http://schemas.microsoft.com/office/drawing/2014/main" id="{7EB4FD7F-9DB9-04F2-0FF6-C32C0396FADF}"/>
              </a:ext>
            </a:extLst>
          </p:cNvPr>
          <p:cNvSpPr>
            <a:spLocks noGrp="1"/>
          </p:cNvSpPr>
          <p:nvPr>
            <p:ph type="pic" sz="quarter" idx="12"/>
          </p:nvPr>
        </p:nvSpPr>
        <p:spPr>
          <a:xfrm>
            <a:off x="0" y="0"/>
            <a:ext cx="12192000" cy="4770438"/>
          </a:xfrm>
        </p:spPr>
        <p:txBody>
          <a:bodyPr tIns="365760">
            <a:normAutofit/>
          </a:bodyPr>
          <a:lstStyle>
            <a:lvl1pPr marL="0" indent="0" algn="ctr">
              <a:buNone/>
              <a:defRPr sz="2000">
                <a:solidFill>
                  <a:schemeClr val="tx1"/>
                </a:solidFill>
              </a:defRPr>
            </a:lvl1pPr>
          </a:lstStyle>
          <a:p>
            <a:r>
              <a:rPr lang="en-US"/>
              <a:t>Click icon to add picture</a:t>
            </a:r>
            <a:endParaRPr lang="en-US" dirty="0"/>
          </a:p>
        </p:txBody>
      </p:sp>
      <p:sp>
        <p:nvSpPr>
          <p:cNvPr id="47" name="Text Placeholder 6">
            <a:extLst>
              <a:ext uri="{FF2B5EF4-FFF2-40B4-BE49-F238E27FC236}">
                <a16:creationId xmlns:a16="http://schemas.microsoft.com/office/drawing/2014/main" id="{1067FA4B-E31C-2922-DCB4-ACA6179812F7}"/>
              </a:ext>
            </a:extLst>
          </p:cNvPr>
          <p:cNvSpPr>
            <a:spLocks noGrp="1"/>
          </p:cNvSpPr>
          <p:nvPr>
            <p:ph type="body" sz="quarter" idx="11" hasCustomPrompt="1"/>
          </p:nvPr>
        </p:nvSpPr>
        <p:spPr>
          <a:xfrm>
            <a:off x="8061960" y="5288279"/>
            <a:ext cx="4130040" cy="1131567"/>
          </a:xfrm>
        </p:spPr>
        <p:txBody>
          <a:bodyPr lIns="0" anchor="ctr">
            <a:normAutofit/>
          </a:bodyPr>
          <a:lstStyle>
            <a:lvl1pPr marL="0" indent="0" algn="ctr">
              <a:buNone/>
              <a:defRPr sz="1800" b="0" cap="all" spc="0" baseline="0">
                <a:solidFill>
                  <a:schemeClr val="tx1"/>
                </a:solidFill>
              </a:defRPr>
            </a:lvl1pPr>
          </a:lstStyle>
          <a:p>
            <a:pPr lvl="0"/>
            <a:r>
              <a:rPr lang="en-US" dirty="0"/>
              <a:t>Click to add subtitle</a:t>
            </a:r>
          </a:p>
        </p:txBody>
      </p:sp>
      <p:pic>
        <p:nvPicPr>
          <p:cNvPr id="62" name="Graphic 61">
            <a:extLst>
              <a:ext uri="{FF2B5EF4-FFF2-40B4-BE49-F238E27FC236}">
                <a16:creationId xmlns:a16="http://schemas.microsoft.com/office/drawing/2014/main" id="{F167C73C-A4C3-9198-7F38-8DB5D6BD51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16200000">
            <a:off x="6764603" y="4925265"/>
            <a:ext cx="870600" cy="1857281"/>
          </a:xfrm>
          <a:prstGeom prst="rect">
            <a:avLst/>
          </a:prstGeom>
        </p:spPr>
      </p:pic>
    </p:spTree>
    <p:extLst>
      <p:ext uri="{BB962C8B-B14F-4D97-AF65-F5344CB8AC3E}">
        <p14:creationId xmlns:p14="http://schemas.microsoft.com/office/powerpoint/2010/main" val="179953105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Images with Titles">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A72122-641A-CA2F-E7AC-6FC3819C5DF8}"/>
              </a:ext>
              <a:ext uri="{C183D7F6-B498-43B3-948B-1728B52AA6E4}">
                <adec:decorative xmlns:adec="http://schemas.microsoft.com/office/drawing/2017/decorative" val="1"/>
              </a:ext>
            </a:extLst>
          </p:cNvPr>
          <p:cNvSpPr/>
          <p:nvPr userDrawn="1"/>
        </p:nvSpPr>
        <p:spPr>
          <a:xfrm flipH="1">
            <a:off x="0" y="2736850"/>
            <a:ext cx="12192000" cy="4121150"/>
          </a:xfrm>
          <a:prstGeom prst="rect">
            <a:avLst/>
          </a:prstGeom>
          <a:solidFill>
            <a:schemeClr val="accent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C9E4C80-6993-C1B1-26E6-463B91EBB843}"/>
              </a:ext>
              <a:ext uri="{C183D7F6-B498-43B3-948B-1728B52AA6E4}">
                <adec:decorative xmlns:adec="http://schemas.microsoft.com/office/drawing/2017/decorative" val="1"/>
              </a:ext>
            </a:extLst>
          </p:cNvPr>
          <p:cNvPicPr>
            <a:picLocks noChangeAspect="1"/>
          </p:cNvPicPr>
          <p:nvPr userDrawn="1"/>
        </p:nvPicPr>
        <p:blipFill rotWithShape="1">
          <a:blip r:embed="rId2"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1450"/>
          <a:stretch/>
        </p:blipFill>
        <p:spPr>
          <a:xfrm flipV="1">
            <a:off x="1" y="-7646"/>
            <a:ext cx="12192000" cy="6865646"/>
          </a:xfrm>
          <a:prstGeom prst="rect">
            <a:avLst/>
          </a:prstGeom>
        </p:spPr>
      </p:pic>
      <p:sp>
        <p:nvSpPr>
          <p:cNvPr id="2" name="Title 1">
            <a:extLst>
              <a:ext uri="{FF2B5EF4-FFF2-40B4-BE49-F238E27FC236}">
                <a16:creationId xmlns:a16="http://schemas.microsoft.com/office/drawing/2014/main" id="{5B369027-A380-3EDB-355B-67F17AC86460}"/>
              </a:ext>
            </a:extLst>
          </p:cNvPr>
          <p:cNvSpPr>
            <a:spLocks noGrp="1"/>
          </p:cNvSpPr>
          <p:nvPr>
            <p:ph type="ctrTitle" hasCustomPrompt="1"/>
          </p:nvPr>
        </p:nvSpPr>
        <p:spPr>
          <a:xfrm>
            <a:off x="702469" y="5331961"/>
            <a:ext cx="5279231" cy="539762"/>
          </a:xfrm>
        </p:spPr>
        <p:txBody>
          <a:bodyPr lIns="0" anchor="t">
            <a:noAutofit/>
          </a:bodyPr>
          <a:lstStyle>
            <a:lvl1pPr algn="l">
              <a:defRPr lang="en-US" sz="2000" b="0" kern="1200" spc="100" baseline="0" dirty="0">
                <a:solidFill>
                  <a:schemeClr val="tx1"/>
                </a:solidFill>
                <a:latin typeface="+mj-lt"/>
                <a:ea typeface="+mn-ea"/>
                <a:cs typeface="+mn-cs"/>
              </a:defRPr>
            </a:lvl1pPr>
          </a:lstStyle>
          <a:p>
            <a:r>
              <a:rPr lang="en-US" dirty="0"/>
              <a:t>Click to add title</a:t>
            </a:r>
          </a:p>
        </p:txBody>
      </p:sp>
      <p:sp>
        <p:nvSpPr>
          <p:cNvPr id="5" name="Picture Placeholder 4">
            <a:extLst>
              <a:ext uri="{FF2B5EF4-FFF2-40B4-BE49-F238E27FC236}">
                <a16:creationId xmlns:a16="http://schemas.microsoft.com/office/drawing/2014/main" id="{683FB349-AC61-548D-5D7E-37990D16B7AE}"/>
              </a:ext>
            </a:extLst>
          </p:cNvPr>
          <p:cNvSpPr>
            <a:spLocks noGrp="1"/>
          </p:cNvSpPr>
          <p:nvPr>
            <p:ph type="pic" sz="quarter" idx="10"/>
          </p:nvPr>
        </p:nvSpPr>
        <p:spPr>
          <a:xfrm>
            <a:off x="702469" y="310243"/>
            <a:ext cx="5279231" cy="4716745"/>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E0227EBE-BEA6-9FE3-015A-377B5C29024E}"/>
              </a:ext>
            </a:extLst>
          </p:cNvPr>
          <p:cNvSpPr>
            <a:spLocks noGrp="1"/>
          </p:cNvSpPr>
          <p:nvPr>
            <p:ph type="pic" sz="quarter" idx="11"/>
          </p:nvPr>
        </p:nvSpPr>
        <p:spPr>
          <a:xfrm>
            <a:off x="6209502" y="310242"/>
            <a:ext cx="5279231" cy="4716745"/>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13" name="Text Placeholder 11">
            <a:extLst>
              <a:ext uri="{FF2B5EF4-FFF2-40B4-BE49-F238E27FC236}">
                <a16:creationId xmlns:a16="http://schemas.microsoft.com/office/drawing/2014/main" id="{F08933BF-A0AD-9306-66A0-8F4D312552F8}"/>
              </a:ext>
            </a:extLst>
          </p:cNvPr>
          <p:cNvSpPr>
            <a:spLocks noGrp="1"/>
          </p:cNvSpPr>
          <p:nvPr>
            <p:ph type="body" sz="quarter" idx="13" hasCustomPrompt="1"/>
          </p:nvPr>
        </p:nvSpPr>
        <p:spPr>
          <a:xfrm>
            <a:off x="702469" y="5883730"/>
            <a:ext cx="5279236" cy="664027"/>
          </a:xfrm>
        </p:spPr>
        <p:txBody>
          <a:bodyPr lIns="0" anchor="t">
            <a:normAutofit/>
          </a:bodyPr>
          <a:lstStyle>
            <a:lvl1pPr marL="0" indent="0" algn="l">
              <a:buNone/>
              <a:defRPr lang="en-US" sz="1400" b="0" kern="1200" spc="0" baseline="0" dirty="0" smtClean="0">
                <a:solidFill>
                  <a:schemeClr val="tx1"/>
                </a:solidFill>
                <a:latin typeface="+mn-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text</a:t>
            </a:r>
          </a:p>
        </p:txBody>
      </p:sp>
      <p:sp>
        <p:nvSpPr>
          <p:cNvPr id="7" name="Text Placeholder 11">
            <a:extLst>
              <a:ext uri="{FF2B5EF4-FFF2-40B4-BE49-F238E27FC236}">
                <a16:creationId xmlns:a16="http://schemas.microsoft.com/office/drawing/2014/main" id="{079C2CAE-EB6C-AA3C-093C-AA24705ADDCC}"/>
              </a:ext>
            </a:extLst>
          </p:cNvPr>
          <p:cNvSpPr>
            <a:spLocks noGrp="1"/>
          </p:cNvSpPr>
          <p:nvPr>
            <p:ph type="body" sz="quarter" idx="15" hasCustomPrompt="1"/>
          </p:nvPr>
        </p:nvSpPr>
        <p:spPr>
          <a:xfrm>
            <a:off x="6209499" y="5331961"/>
            <a:ext cx="5279236" cy="539762"/>
          </a:xfrm>
        </p:spPr>
        <p:txBody>
          <a:bodyPr lIns="0" anchor="t">
            <a:noAutofit/>
          </a:bodyPr>
          <a:lstStyle>
            <a:lvl1pPr marL="0" indent="0" algn="l">
              <a:buNone/>
              <a:defRPr lang="en-US" sz="2000" b="0" kern="1200" spc="100" baseline="0" dirty="0">
                <a:solidFill>
                  <a:schemeClr val="tx1"/>
                </a:solidFill>
                <a:latin typeface="+mj-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title</a:t>
            </a:r>
          </a:p>
        </p:txBody>
      </p:sp>
      <p:sp>
        <p:nvSpPr>
          <p:cNvPr id="4" name="Text Placeholder 11">
            <a:extLst>
              <a:ext uri="{FF2B5EF4-FFF2-40B4-BE49-F238E27FC236}">
                <a16:creationId xmlns:a16="http://schemas.microsoft.com/office/drawing/2014/main" id="{9BB16295-2CE6-A516-8527-E895BD912F78}"/>
              </a:ext>
            </a:extLst>
          </p:cNvPr>
          <p:cNvSpPr>
            <a:spLocks noGrp="1"/>
          </p:cNvSpPr>
          <p:nvPr>
            <p:ph type="body" sz="quarter" idx="14" hasCustomPrompt="1"/>
          </p:nvPr>
        </p:nvSpPr>
        <p:spPr>
          <a:xfrm>
            <a:off x="6209502" y="5883730"/>
            <a:ext cx="5279236" cy="664027"/>
          </a:xfrm>
        </p:spPr>
        <p:txBody>
          <a:bodyPr lIns="0" anchor="t">
            <a:normAutofit/>
          </a:bodyPr>
          <a:lstStyle>
            <a:lvl1pPr marL="0" indent="0" algn="l">
              <a:buNone/>
              <a:defRPr lang="en-US" sz="1400" b="0" kern="1200" spc="0" baseline="0" dirty="0" smtClean="0">
                <a:solidFill>
                  <a:schemeClr val="tx1"/>
                </a:solidFill>
                <a:latin typeface="+mn-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text</a:t>
            </a:r>
          </a:p>
        </p:txBody>
      </p:sp>
      <p:pic>
        <p:nvPicPr>
          <p:cNvPr id="11" name="Graphic 10">
            <a:extLst>
              <a:ext uri="{FF2B5EF4-FFF2-40B4-BE49-F238E27FC236}">
                <a16:creationId xmlns:a16="http://schemas.microsoft.com/office/drawing/2014/main" id="{F82228A6-C5DE-A755-5A92-B53F6AA1BF05}"/>
              </a:ext>
              <a:ext uri="{C183D7F6-B498-43B3-948B-1728B52AA6E4}">
                <adec:decorative xmlns:adec="http://schemas.microsoft.com/office/drawing/2017/decorative" val="1"/>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62209" r="430" b="845"/>
          <a:stretch/>
        </p:blipFill>
        <p:spPr>
          <a:xfrm rot="5400000">
            <a:off x="11092549" y="5460313"/>
            <a:ext cx="1227349" cy="971552"/>
          </a:xfrm>
          <a:prstGeom prst="rect">
            <a:avLst/>
          </a:prstGeom>
        </p:spPr>
      </p:pic>
    </p:spTree>
    <p:extLst>
      <p:ext uri="{BB962C8B-B14F-4D97-AF65-F5344CB8AC3E}">
        <p14:creationId xmlns:p14="http://schemas.microsoft.com/office/powerpoint/2010/main" val="263008789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Images with Titles">
    <p:bg>
      <p:bgPr>
        <a:solidFill>
          <a:schemeClr val="accent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B5D6890-2EFE-4162-E925-FDAB446DD0A0}"/>
              </a:ext>
              <a:ext uri="{C183D7F6-B498-43B3-948B-1728B52AA6E4}">
                <adec:decorative xmlns:adec="http://schemas.microsoft.com/office/drawing/2017/decorative" val="1"/>
              </a:ext>
            </a:extLst>
          </p:cNvPr>
          <p:cNvSpPr/>
          <p:nvPr userDrawn="1"/>
        </p:nvSpPr>
        <p:spPr>
          <a:xfrm flipH="1">
            <a:off x="0" y="2736850"/>
            <a:ext cx="12192000" cy="4121150"/>
          </a:xfrm>
          <a:prstGeom prst="rect">
            <a:avLst/>
          </a:prstGeom>
          <a:solidFill>
            <a:schemeClr val="accent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B21EA913-1C41-0E26-60E1-0458172DDE0C}"/>
              </a:ext>
              <a:ext uri="{C183D7F6-B498-43B3-948B-1728B52AA6E4}">
                <adec:decorative xmlns:adec="http://schemas.microsoft.com/office/drawing/2017/decorative" val="1"/>
              </a:ext>
            </a:extLst>
          </p:cNvPr>
          <p:cNvPicPr>
            <a:picLocks noChangeAspect="1"/>
          </p:cNvPicPr>
          <p:nvPr userDrawn="1"/>
        </p:nvPicPr>
        <p:blipFill rotWithShape="1">
          <a:blip r:embed="rId2"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2736"/>
          <a:stretch/>
        </p:blipFill>
        <p:spPr>
          <a:xfrm rot="10800000" flipV="1">
            <a:off x="5644581" y="-7646"/>
            <a:ext cx="6547419" cy="6865646"/>
          </a:xfrm>
          <a:prstGeom prst="rect">
            <a:avLst/>
          </a:prstGeom>
        </p:spPr>
      </p:pic>
      <p:pic>
        <p:nvPicPr>
          <p:cNvPr id="19" name="Picture 18">
            <a:extLst>
              <a:ext uri="{FF2B5EF4-FFF2-40B4-BE49-F238E27FC236}">
                <a16:creationId xmlns:a16="http://schemas.microsoft.com/office/drawing/2014/main" id="{7EAA5C59-8D1E-6B6F-4640-8F9A700A815D}"/>
              </a:ext>
              <a:ext uri="{C183D7F6-B498-43B3-948B-1728B52AA6E4}">
                <adec:decorative xmlns:adec="http://schemas.microsoft.com/office/drawing/2017/decorative" val="1"/>
              </a:ext>
            </a:extLst>
          </p:cNvPr>
          <p:cNvPicPr>
            <a:picLocks noChangeAspect="1"/>
          </p:cNvPicPr>
          <p:nvPr userDrawn="1"/>
        </p:nvPicPr>
        <p:blipFill rotWithShape="1">
          <a:blip r:embed="rId3"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4367" b="-6266"/>
          <a:stretch/>
        </p:blipFill>
        <p:spPr>
          <a:xfrm rot="5400000" flipV="1">
            <a:off x="63141" y="-70784"/>
            <a:ext cx="4163783" cy="4290062"/>
          </a:xfrm>
          <a:prstGeom prst="rect">
            <a:avLst/>
          </a:prstGeom>
        </p:spPr>
      </p:pic>
      <p:sp>
        <p:nvSpPr>
          <p:cNvPr id="12" name="Title 1">
            <a:extLst>
              <a:ext uri="{FF2B5EF4-FFF2-40B4-BE49-F238E27FC236}">
                <a16:creationId xmlns:a16="http://schemas.microsoft.com/office/drawing/2014/main" id="{2997E53A-1A39-DF71-6DD3-4C26BF7174CA}"/>
              </a:ext>
            </a:extLst>
          </p:cNvPr>
          <p:cNvSpPr>
            <a:spLocks noGrp="1"/>
          </p:cNvSpPr>
          <p:nvPr>
            <p:ph type="ctrTitle" hasCustomPrompt="1"/>
          </p:nvPr>
        </p:nvSpPr>
        <p:spPr>
          <a:xfrm>
            <a:off x="702469" y="5331961"/>
            <a:ext cx="3429679" cy="551768"/>
          </a:xfrm>
        </p:spPr>
        <p:txBody>
          <a:bodyPr lIns="0" anchor="t">
            <a:noAutofit/>
          </a:bodyPr>
          <a:lstStyle>
            <a:lvl1pPr algn="l">
              <a:defRPr lang="en-US" sz="2000" b="0" kern="1200" spc="100" baseline="0" dirty="0">
                <a:solidFill>
                  <a:schemeClr val="tx1"/>
                </a:solidFill>
                <a:latin typeface="+mj-lt"/>
                <a:ea typeface="+mn-ea"/>
                <a:cs typeface="+mn-cs"/>
              </a:defRPr>
            </a:lvl1pPr>
          </a:lstStyle>
          <a:p>
            <a:r>
              <a:rPr lang="en-US" dirty="0"/>
              <a:t>Click to add title</a:t>
            </a:r>
          </a:p>
        </p:txBody>
      </p:sp>
      <p:sp>
        <p:nvSpPr>
          <p:cNvPr id="6" name="Content Placeholder 16">
            <a:extLst>
              <a:ext uri="{FF2B5EF4-FFF2-40B4-BE49-F238E27FC236}">
                <a16:creationId xmlns:a16="http://schemas.microsoft.com/office/drawing/2014/main" id="{DC4D0A5C-7796-AAF8-E639-4A1710EE93C1}"/>
              </a:ext>
            </a:extLst>
          </p:cNvPr>
          <p:cNvSpPr>
            <a:spLocks noGrp="1"/>
          </p:cNvSpPr>
          <p:nvPr>
            <p:ph sz="quarter" idx="13" hasCustomPrompt="1"/>
          </p:nvPr>
        </p:nvSpPr>
        <p:spPr>
          <a:xfrm>
            <a:off x="704057" y="310244"/>
            <a:ext cx="3429682" cy="4716745"/>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16">
            <a:extLst>
              <a:ext uri="{FF2B5EF4-FFF2-40B4-BE49-F238E27FC236}">
                <a16:creationId xmlns:a16="http://schemas.microsoft.com/office/drawing/2014/main" id="{C8CBAF88-D501-00F1-9113-12839FB90672}"/>
              </a:ext>
            </a:extLst>
          </p:cNvPr>
          <p:cNvSpPr>
            <a:spLocks noGrp="1"/>
          </p:cNvSpPr>
          <p:nvPr>
            <p:ph sz="quarter" idx="18" hasCustomPrompt="1"/>
          </p:nvPr>
        </p:nvSpPr>
        <p:spPr>
          <a:xfrm>
            <a:off x="4382615" y="310243"/>
            <a:ext cx="3429682" cy="4716745"/>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16">
            <a:extLst>
              <a:ext uri="{FF2B5EF4-FFF2-40B4-BE49-F238E27FC236}">
                <a16:creationId xmlns:a16="http://schemas.microsoft.com/office/drawing/2014/main" id="{BED23468-975F-4D90-B86C-207AC5855E9C}"/>
              </a:ext>
            </a:extLst>
          </p:cNvPr>
          <p:cNvSpPr>
            <a:spLocks noGrp="1"/>
          </p:cNvSpPr>
          <p:nvPr>
            <p:ph sz="quarter" idx="17" hasCustomPrompt="1"/>
          </p:nvPr>
        </p:nvSpPr>
        <p:spPr>
          <a:xfrm>
            <a:off x="8058261" y="310244"/>
            <a:ext cx="3429682" cy="4716745"/>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1">
            <a:extLst>
              <a:ext uri="{FF2B5EF4-FFF2-40B4-BE49-F238E27FC236}">
                <a16:creationId xmlns:a16="http://schemas.microsoft.com/office/drawing/2014/main" id="{B7F1145E-C173-BDD8-4F72-155D6250D870}"/>
              </a:ext>
            </a:extLst>
          </p:cNvPr>
          <p:cNvSpPr>
            <a:spLocks noGrp="1"/>
          </p:cNvSpPr>
          <p:nvPr>
            <p:ph type="body" sz="quarter" idx="16" hasCustomPrompt="1"/>
          </p:nvPr>
        </p:nvSpPr>
        <p:spPr>
          <a:xfrm>
            <a:off x="702469" y="5883730"/>
            <a:ext cx="3429682" cy="664027"/>
          </a:xfrm>
        </p:spPr>
        <p:txBody>
          <a:bodyPr lIns="0" anchor="t">
            <a:normAutofit/>
          </a:bodyPr>
          <a:lstStyle>
            <a:lvl1pPr marL="0" indent="0" algn="l">
              <a:buNone/>
              <a:defRPr lang="en-US" sz="1400" b="0" kern="1200" spc="0" baseline="0" dirty="0" smtClean="0">
                <a:solidFill>
                  <a:schemeClr val="tx1"/>
                </a:solidFill>
                <a:latin typeface="+mn-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text</a:t>
            </a:r>
          </a:p>
        </p:txBody>
      </p:sp>
      <p:sp>
        <p:nvSpPr>
          <p:cNvPr id="7" name="Text Placeholder 11">
            <a:extLst>
              <a:ext uri="{FF2B5EF4-FFF2-40B4-BE49-F238E27FC236}">
                <a16:creationId xmlns:a16="http://schemas.microsoft.com/office/drawing/2014/main" id="{B9BF823A-1C3D-0F85-D743-C61DEF06F1C9}"/>
              </a:ext>
            </a:extLst>
          </p:cNvPr>
          <p:cNvSpPr>
            <a:spLocks noGrp="1"/>
          </p:cNvSpPr>
          <p:nvPr>
            <p:ph type="body" sz="quarter" idx="20" hasCustomPrompt="1"/>
          </p:nvPr>
        </p:nvSpPr>
        <p:spPr>
          <a:xfrm>
            <a:off x="4381159" y="5331961"/>
            <a:ext cx="3429682" cy="551768"/>
          </a:xfrm>
        </p:spPr>
        <p:txBody>
          <a:bodyPr lIns="0" anchor="t">
            <a:noAutofit/>
          </a:bodyPr>
          <a:lstStyle>
            <a:lvl1pPr marL="0" indent="0" algn="l">
              <a:buNone/>
              <a:defRPr lang="en-US" sz="2000" b="0" kern="1200" spc="100" baseline="0" dirty="0">
                <a:solidFill>
                  <a:schemeClr val="tx1"/>
                </a:solidFill>
                <a:latin typeface="+mj-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title</a:t>
            </a:r>
          </a:p>
        </p:txBody>
      </p:sp>
      <p:sp>
        <p:nvSpPr>
          <p:cNvPr id="3" name="Text Placeholder 11">
            <a:extLst>
              <a:ext uri="{FF2B5EF4-FFF2-40B4-BE49-F238E27FC236}">
                <a16:creationId xmlns:a16="http://schemas.microsoft.com/office/drawing/2014/main" id="{A648C783-D079-6E13-C1FF-38EBD5103AEB}"/>
              </a:ext>
            </a:extLst>
          </p:cNvPr>
          <p:cNvSpPr>
            <a:spLocks noGrp="1"/>
          </p:cNvSpPr>
          <p:nvPr>
            <p:ph type="body" sz="quarter" idx="19" hasCustomPrompt="1"/>
          </p:nvPr>
        </p:nvSpPr>
        <p:spPr>
          <a:xfrm>
            <a:off x="4382615" y="5883730"/>
            <a:ext cx="3429682" cy="664027"/>
          </a:xfrm>
        </p:spPr>
        <p:txBody>
          <a:bodyPr lIns="0" anchor="t">
            <a:normAutofit/>
          </a:bodyPr>
          <a:lstStyle>
            <a:lvl1pPr marL="0" indent="0" algn="l">
              <a:buNone/>
              <a:defRPr lang="en-US" sz="1400" b="0" kern="1200" spc="0" baseline="0" dirty="0" smtClean="0">
                <a:solidFill>
                  <a:schemeClr val="tx1"/>
                </a:solidFill>
                <a:latin typeface="+mn-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text</a:t>
            </a:r>
          </a:p>
        </p:txBody>
      </p:sp>
      <p:sp>
        <p:nvSpPr>
          <p:cNvPr id="9" name="Text Placeholder 11">
            <a:extLst>
              <a:ext uri="{FF2B5EF4-FFF2-40B4-BE49-F238E27FC236}">
                <a16:creationId xmlns:a16="http://schemas.microsoft.com/office/drawing/2014/main" id="{4B28A2EA-3D2F-771C-649D-38FA33132222}"/>
              </a:ext>
            </a:extLst>
          </p:cNvPr>
          <p:cNvSpPr>
            <a:spLocks noGrp="1"/>
          </p:cNvSpPr>
          <p:nvPr>
            <p:ph type="body" sz="quarter" idx="22" hasCustomPrompt="1"/>
          </p:nvPr>
        </p:nvSpPr>
        <p:spPr>
          <a:xfrm>
            <a:off x="8058261" y="5331961"/>
            <a:ext cx="3429682" cy="551768"/>
          </a:xfrm>
        </p:spPr>
        <p:txBody>
          <a:bodyPr lIns="0" anchor="t">
            <a:noAutofit/>
          </a:bodyPr>
          <a:lstStyle>
            <a:lvl1pPr marL="0" indent="0" algn="l">
              <a:buNone/>
              <a:defRPr lang="en-US" sz="2000" b="0" kern="1200" spc="100" baseline="0" dirty="0">
                <a:solidFill>
                  <a:schemeClr val="tx1"/>
                </a:solidFill>
                <a:latin typeface="+mj-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title</a:t>
            </a:r>
          </a:p>
        </p:txBody>
      </p:sp>
      <p:sp>
        <p:nvSpPr>
          <p:cNvPr id="8" name="Text Placeholder 11">
            <a:extLst>
              <a:ext uri="{FF2B5EF4-FFF2-40B4-BE49-F238E27FC236}">
                <a16:creationId xmlns:a16="http://schemas.microsoft.com/office/drawing/2014/main" id="{6ACC8F0D-A2D7-0D8A-186B-C4C8AA5DE330}"/>
              </a:ext>
            </a:extLst>
          </p:cNvPr>
          <p:cNvSpPr>
            <a:spLocks noGrp="1"/>
          </p:cNvSpPr>
          <p:nvPr>
            <p:ph type="body" sz="quarter" idx="21" hasCustomPrompt="1"/>
          </p:nvPr>
        </p:nvSpPr>
        <p:spPr>
          <a:xfrm>
            <a:off x="8059717" y="5883730"/>
            <a:ext cx="3429682" cy="664027"/>
          </a:xfrm>
        </p:spPr>
        <p:txBody>
          <a:bodyPr lIns="0" anchor="t">
            <a:normAutofit/>
          </a:bodyPr>
          <a:lstStyle>
            <a:lvl1pPr marL="0" indent="0" algn="l">
              <a:buNone/>
              <a:defRPr lang="en-US" sz="1400" b="0" kern="1200" spc="0" baseline="0" dirty="0" smtClean="0">
                <a:solidFill>
                  <a:schemeClr val="tx1"/>
                </a:solidFill>
                <a:latin typeface="+mn-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text</a:t>
            </a:r>
          </a:p>
        </p:txBody>
      </p:sp>
    </p:spTree>
    <p:extLst>
      <p:ext uri="{BB962C8B-B14F-4D97-AF65-F5344CB8AC3E}">
        <p14:creationId xmlns:p14="http://schemas.microsoft.com/office/powerpoint/2010/main" val="74579975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and Title 2">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A72122-641A-CA2F-E7AC-6FC3819C5DF8}"/>
              </a:ext>
              <a:ext uri="{C183D7F6-B498-43B3-948B-1728B52AA6E4}">
                <adec:decorative xmlns:adec="http://schemas.microsoft.com/office/drawing/2017/decorative" val="1"/>
              </a:ext>
            </a:extLst>
          </p:cNvPr>
          <p:cNvSpPr/>
          <p:nvPr userDrawn="1"/>
        </p:nvSpPr>
        <p:spPr>
          <a:xfrm flipH="1">
            <a:off x="0" y="2736850"/>
            <a:ext cx="12192000" cy="4121150"/>
          </a:xfrm>
          <a:prstGeom prst="rect">
            <a:avLst/>
          </a:prstGeom>
          <a:solidFill>
            <a:schemeClr val="accent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C9E4C80-6993-C1B1-26E6-463B91EBB843}"/>
              </a:ext>
              <a:ext uri="{C183D7F6-B498-43B3-948B-1728B52AA6E4}">
                <adec:decorative xmlns:adec="http://schemas.microsoft.com/office/drawing/2017/decorative" val="1"/>
              </a:ext>
            </a:extLst>
          </p:cNvPr>
          <p:cNvPicPr>
            <a:picLocks noChangeAspect="1"/>
          </p:cNvPicPr>
          <p:nvPr userDrawn="1"/>
        </p:nvPicPr>
        <p:blipFill rotWithShape="1">
          <a:blip r:embed="rId2" cstate="print">
            <a:duotone>
              <a:schemeClr val="accent6">
                <a:shade val="45000"/>
                <a:satMod val="135000"/>
              </a:schemeClr>
              <a:prstClr val="white"/>
            </a:duotone>
            <a:alphaModFix amt="2000"/>
            <a:extLst>
              <a:ext uri="{28A0092B-C50C-407E-A947-70E740481C1C}">
                <a14:useLocalDpi xmlns:a14="http://schemas.microsoft.com/office/drawing/2010/main"/>
              </a:ext>
            </a:extLst>
          </a:blip>
          <a:srcRect r="-1450"/>
          <a:stretch/>
        </p:blipFill>
        <p:spPr>
          <a:xfrm flipV="1">
            <a:off x="1" y="-7646"/>
            <a:ext cx="12192000" cy="6865646"/>
          </a:xfrm>
          <a:prstGeom prst="rect">
            <a:avLst/>
          </a:prstGeom>
        </p:spPr>
      </p:pic>
      <p:sp>
        <p:nvSpPr>
          <p:cNvPr id="2" name="Title 1">
            <a:extLst>
              <a:ext uri="{FF2B5EF4-FFF2-40B4-BE49-F238E27FC236}">
                <a16:creationId xmlns:a16="http://schemas.microsoft.com/office/drawing/2014/main" id="{5B369027-A380-3EDB-355B-67F17AC86460}"/>
              </a:ext>
            </a:extLst>
          </p:cNvPr>
          <p:cNvSpPr>
            <a:spLocks noGrp="1"/>
          </p:cNvSpPr>
          <p:nvPr>
            <p:ph type="ctrTitle" hasCustomPrompt="1"/>
          </p:nvPr>
        </p:nvSpPr>
        <p:spPr>
          <a:xfrm>
            <a:off x="702469" y="5331961"/>
            <a:ext cx="9613374" cy="361269"/>
          </a:xfrm>
        </p:spPr>
        <p:txBody>
          <a:bodyPr lIns="0" anchor="t">
            <a:noAutofit/>
          </a:bodyPr>
          <a:lstStyle>
            <a:lvl1pPr algn="l">
              <a:defRPr lang="en-US" sz="2000" b="0" kern="1200" spc="100" baseline="0" dirty="0">
                <a:solidFill>
                  <a:schemeClr val="tx1"/>
                </a:solidFill>
                <a:latin typeface="+mj-lt"/>
                <a:ea typeface="+mn-ea"/>
                <a:cs typeface="+mn-cs"/>
              </a:defRPr>
            </a:lvl1pPr>
          </a:lstStyle>
          <a:p>
            <a:r>
              <a:rPr lang="en-US" dirty="0"/>
              <a:t>Click to add title</a:t>
            </a:r>
          </a:p>
        </p:txBody>
      </p:sp>
      <p:sp>
        <p:nvSpPr>
          <p:cNvPr id="5" name="Picture Placeholder 4">
            <a:extLst>
              <a:ext uri="{FF2B5EF4-FFF2-40B4-BE49-F238E27FC236}">
                <a16:creationId xmlns:a16="http://schemas.microsoft.com/office/drawing/2014/main" id="{683FB349-AC61-548D-5D7E-37990D16B7AE}"/>
              </a:ext>
            </a:extLst>
          </p:cNvPr>
          <p:cNvSpPr>
            <a:spLocks noGrp="1"/>
          </p:cNvSpPr>
          <p:nvPr>
            <p:ph type="pic" sz="quarter" idx="10"/>
          </p:nvPr>
        </p:nvSpPr>
        <p:spPr>
          <a:xfrm>
            <a:off x="702470" y="310243"/>
            <a:ext cx="10786264" cy="4716745"/>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13" name="Text Placeholder 11">
            <a:extLst>
              <a:ext uri="{FF2B5EF4-FFF2-40B4-BE49-F238E27FC236}">
                <a16:creationId xmlns:a16="http://schemas.microsoft.com/office/drawing/2014/main" id="{F08933BF-A0AD-9306-66A0-8F4D312552F8}"/>
              </a:ext>
            </a:extLst>
          </p:cNvPr>
          <p:cNvSpPr>
            <a:spLocks noGrp="1"/>
          </p:cNvSpPr>
          <p:nvPr>
            <p:ph type="body" sz="quarter" idx="13" hasCustomPrompt="1"/>
          </p:nvPr>
        </p:nvSpPr>
        <p:spPr>
          <a:xfrm>
            <a:off x="702468" y="5883730"/>
            <a:ext cx="9613383" cy="664027"/>
          </a:xfrm>
        </p:spPr>
        <p:txBody>
          <a:bodyPr lIns="0" anchor="t">
            <a:normAutofit/>
          </a:bodyPr>
          <a:lstStyle>
            <a:lvl1pPr marL="0" indent="0" algn="l">
              <a:buNone/>
              <a:defRPr lang="en-US" sz="1400" b="0" kern="1200" spc="0" baseline="0" dirty="0">
                <a:solidFill>
                  <a:schemeClr val="tx1"/>
                </a:solidFill>
                <a:latin typeface="+mn-lt"/>
                <a:ea typeface="+mn-ea"/>
                <a:cs typeface="+mn-cs"/>
              </a:defRPr>
            </a:lvl1pPr>
            <a:lvl2pPr>
              <a:defRPr lang="en-US" sz="1200" b="0" kern="1200" spc="300" baseline="0" dirty="0" smtClean="0">
                <a:solidFill>
                  <a:schemeClr val="tx1"/>
                </a:solidFill>
                <a:latin typeface="+mn-lt"/>
                <a:ea typeface="+mn-ea"/>
                <a:cs typeface="+mn-cs"/>
              </a:defRPr>
            </a:lvl2pPr>
            <a:lvl3pPr>
              <a:defRPr lang="en-US" sz="1200" b="0" kern="1200" spc="300" baseline="0" dirty="0" smtClean="0">
                <a:solidFill>
                  <a:schemeClr val="tx1"/>
                </a:solidFill>
                <a:latin typeface="+mn-lt"/>
                <a:ea typeface="+mn-ea"/>
                <a:cs typeface="+mn-cs"/>
              </a:defRPr>
            </a:lvl3pPr>
            <a:lvl4pPr>
              <a:defRPr lang="en-US" sz="1200" b="0" kern="1200" spc="300" baseline="0" dirty="0" smtClean="0">
                <a:solidFill>
                  <a:schemeClr val="tx1"/>
                </a:solidFill>
                <a:latin typeface="+mn-lt"/>
                <a:ea typeface="+mn-ea"/>
                <a:cs typeface="+mn-cs"/>
              </a:defRPr>
            </a:lvl4pPr>
            <a:lvl5pPr>
              <a:defRPr lang="en-US" sz="1200" b="0" kern="1200" spc="300" baseline="0" dirty="0">
                <a:solidFill>
                  <a:schemeClr val="tx1"/>
                </a:solidFill>
                <a:latin typeface="+mn-lt"/>
                <a:ea typeface="+mn-ea"/>
                <a:cs typeface="+mn-cs"/>
              </a:defRPr>
            </a:lvl5pPr>
          </a:lstStyle>
          <a:p>
            <a:pPr lvl="0"/>
            <a:r>
              <a:rPr lang="en-US" dirty="0"/>
              <a:t>Click to add subtitle</a:t>
            </a:r>
          </a:p>
        </p:txBody>
      </p:sp>
      <p:pic>
        <p:nvPicPr>
          <p:cNvPr id="12" name="Graphic 11">
            <a:extLst>
              <a:ext uri="{FF2B5EF4-FFF2-40B4-BE49-F238E27FC236}">
                <a16:creationId xmlns:a16="http://schemas.microsoft.com/office/drawing/2014/main" id="{E11C231F-6109-C5C5-47F4-03434EDB97DF}"/>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26856" r="430" b="-4515"/>
          <a:stretch/>
        </p:blipFill>
        <p:spPr>
          <a:xfrm rot="5400000">
            <a:off x="10557245" y="4925010"/>
            <a:ext cx="1227349" cy="2042160"/>
          </a:xfrm>
          <a:prstGeom prst="rect">
            <a:avLst/>
          </a:prstGeom>
        </p:spPr>
      </p:pic>
    </p:spTree>
    <p:extLst>
      <p:ext uri="{BB962C8B-B14F-4D97-AF65-F5344CB8AC3E}">
        <p14:creationId xmlns:p14="http://schemas.microsoft.com/office/powerpoint/2010/main" val="39093993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AA8595-5E1A-945B-48C0-A787C7AB3C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A3A6D0E-99FB-9E9C-1CDE-F0C4727EB5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891B16-3DFB-505A-9B6D-A3F8632A20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32DAAB-1D55-4415-AB44-B6515C192A86}" type="datetimeFigureOut">
              <a:rPr lang="en-US" smtClean="0"/>
              <a:t>2/15/2026</a:t>
            </a:fld>
            <a:endParaRPr lang="en-US"/>
          </a:p>
        </p:txBody>
      </p:sp>
      <p:sp>
        <p:nvSpPr>
          <p:cNvPr id="5" name="Footer Placeholder 4">
            <a:extLst>
              <a:ext uri="{FF2B5EF4-FFF2-40B4-BE49-F238E27FC236}">
                <a16:creationId xmlns:a16="http://schemas.microsoft.com/office/drawing/2014/main" id="{59E23EA5-DB4A-74DA-ED8F-F7874CF041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F8F339-2527-B263-0B79-347AAB28C5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33B302-7AB2-46D1-9DDF-1AE20667F398}" type="slidenum">
              <a:rPr lang="en-US" smtClean="0"/>
              <a:t>‹#›</a:t>
            </a:fld>
            <a:endParaRPr lang="en-US"/>
          </a:p>
        </p:txBody>
      </p:sp>
    </p:spTree>
    <p:extLst>
      <p:ext uri="{BB962C8B-B14F-4D97-AF65-F5344CB8AC3E}">
        <p14:creationId xmlns:p14="http://schemas.microsoft.com/office/powerpoint/2010/main" val="4095902586"/>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68" r:id="rId3"/>
    <p:sldLayoutId id="2147483660" r:id="rId4"/>
    <p:sldLayoutId id="2147483661" r:id="rId5"/>
    <p:sldLayoutId id="2147483664" r:id="rId6"/>
    <p:sldLayoutId id="2147483666" r:id="rId7"/>
  </p:sldLayoutIdLst>
  <p:txStyles>
    <p:titleStyle>
      <a:lvl1pPr algn="l" defTabSz="914400" rtl="0" eaLnBrk="1" latinLnBrk="0" hangingPunct="1">
        <a:lnSpc>
          <a:spcPct val="90000"/>
        </a:lnSpc>
        <a:spcBef>
          <a:spcPct val="0"/>
        </a:spcBef>
        <a:buNone/>
        <a:defRPr sz="3600" kern="1200" spc="100" baseline="0">
          <a:solidFill>
            <a:schemeClr val="accent5"/>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5"/>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E83BBD2-7CC9-6CF3-4225-60659CCF2B89}"/>
              </a:ext>
            </a:extLst>
          </p:cNvPr>
          <p:cNvSpPr>
            <a:spLocks noGrp="1"/>
          </p:cNvSpPr>
          <p:nvPr>
            <p:ph type="body" sz="quarter" idx="12"/>
          </p:nvPr>
        </p:nvSpPr>
        <p:spPr>
          <a:xfrm>
            <a:off x="804385" y="1508760"/>
            <a:ext cx="8865725" cy="1491034"/>
          </a:xfrm>
        </p:spPr>
        <p:txBody>
          <a:bodyPr>
            <a:noAutofit/>
          </a:bodyPr>
          <a:lstStyle/>
          <a:p>
            <a:r>
              <a:rPr lang="en-US" sz="9600" b="1" dirty="0">
                <a:latin typeface="Algerian" panose="04020705040A02060702" pitchFamily="82" charset="0"/>
              </a:rPr>
              <a:t>Swiggy sales Dashboard</a:t>
            </a:r>
          </a:p>
        </p:txBody>
      </p:sp>
      <p:pic>
        <p:nvPicPr>
          <p:cNvPr id="76" name="Graphic 75">
            <a:extLst>
              <a:ext uri="{FF2B5EF4-FFF2-40B4-BE49-F238E27FC236}">
                <a16:creationId xmlns:a16="http://schemas.microsoft.com/office/drawing/2014/main" id="{5CC4AE62-CFEB-2FE5-E607-B4B22BF0B01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698498" y="-852348"/>
            <a:ext cx="1232643" cy="2629639"/>
          </a:xfrm>
          <a:prstGeom prst="rect">
            <a:avLst/>
          </a:prstGeom>
        </p:spPr>
      </p:pic>
      <p:pic>
        <p:nvPicPr>
          <p:cNvPr id="83" name="Graphic 82">
            <a:extLst>
              <a:ext uri="{FF2B5EF4-FFF2-40B4-BE49-F238E27FC236}">
                <a16:creationId xmlns:a16="http://schemas.microsoft.com/office/drawing/2014/main" id="{43A3FD4A-7159-F7A4-5C1F-3B488ADE7EEB}"/>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26925"/>
          <a:stretch/>
        </p:blipFill>
        <p:spPr>
          <a:xfrm rot="5400000">
            <a:off x="10794021" y="4159968"/>
            <a:ext cx="1092624" cy="1703333"/>
          </a:xfrm>
          <a:prstGeom prst="rect">
            <a:avLst/>
          </a:prstGeom>
        </p:spPr>
      </p:pic>
      <p:sp>
        <p:nvSpPr>
          <p:cNvPr id="7" name="TextBox 6">
            <a:extLst>
              <a:ext uri="{FF2B5EF4-FFF2-40B4-BE49-F238E27FC236}">
                <a16:creationId xmlns:a16="http://schemas.microsoft.com/office/drawing/2014/main" id="{797ED932-5DEE-4F2D-2794-3121AE849F0D}"/>
              </a:ext>
            </a:extLst>
          </p:cNvPr>
          <p:cNvSpPr txBox="1"/>
          <p:nvPr/>
        </p:nvSpPr>
        <p:spPr>
          <a:xfrm>
            <a:off x="7149333" y="3749040"/>
            <a:ext cx="4191000" cy="1938992"/>
          </a:xfrm>
          <a:prstGeom prst="rect">
            <a:avLst/>
          </a:prstGeom>
          <a:noFill/>
        </p:spPr>
        <p:txBody>
          <a:bodyPr wrap="square" rtlCol="0">
            <a:spAutoFit/>
          </a:bodyPr>
          <a:lstStyle/>
          <a:p>
            <a:r>
              <a:rPr lang="en-IN" sz="6000" dirty="0"/>
              <a:t>By</a:t>
            </a:r>
          </a:p>
          <a:p>
            <a:r>
              <a:rPr lang="en-IN" sz="6000" dirty="0"/>
              <a:t>Saranya</a:t>
            </a:r>
          </a:p>
        </p:txBody>
      </p:sp>
    </p:spTree>
    <p:extLst>
      <p:ext uri="{BB962C8B-B14F-4D97-AF65-F5344CB8AC3E}">
        <p14:creationId xmlns:p14="http://schemas.microsoft.com/office/powerpoint/2010/main" val="2404352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CEF56-A572-C187-93F0-4D67964DA8ED}"/>
              </a:ext>
            </a:extLst>
          </p:cNvPr>
          <p:cNvSpPr>
            <a:spLocks noGrp="1"/>
          </p:cNvSpPr>
          <p:nvPr>
            <p:ph type="ctrTitle"/>
          </p:nvPr>
        </p:nvSpPr>
        <p:spPr>
          <a:xfrm>
            <a:off x="1733804" y="772628"/>
            <a:ext cx="8351207" cy="1106038"/>
          </a:xfrm>
        </p:spPr>
        <p:txBody>
          <a:bodyPr anchor="t"/>
          <a:lstStyle/>
          <a:p>
            <a:r>
              <a:rPr lang="en-IN" sz="4000" b="1" dirty="0">
                <a:ea typeface="ADLaM Display" panose="02010000000000000000" pitchFamily="2" charset="0"/>
                <a:cs typeface="ADLaM Display" panose="02010000000000000000" pitchFamily="2" charset="0"/>
              </a:rPr>
              <a:t>Swiggy Sales &amp; Revenue Overview</a:t>
            </a:r>
            <a:br>
              <a:rPr lang="en-IN" sz="4000" b="1" dirty="0">
                <a:ea typeface="ADLaM Display" panose="02010000000000000000" pitchFamily="2" charset="0"/>
                <a:cs typeface="ADLaM Display" panose="02010000000000000000" pitchFamily="2" charset="0"/>
              </a:rPr>
            </a:br>
            <a:endParaRPr lang="en-US" sz="4000" dirty="0">
              <a:ea typeface="ADLaM Display" panose="02010000000000000000" pitchFamily="2" charset="0"/>
              <a:cs typeface="ADLaM Display" panose="02010000000000000000" pitchFamily="2" charset="0"/>
            </a:endParaRPr>
          </a:p>
        </p:txBody>
      </p:sp>
      <p:pic>
        <p:nvPicPr>
          <p:cNvPr id="14" name="Graphic 13">
            <a:extLst>
              <a:ext uri="{FF2B5EF4-FFF2-40B4-BE49-F238E27FC236}">
                <a16:creationId xmlns:a16="http://schemas.microsoft.com/office/drawing/2014/main" id="{F813E3CC-9660-C2CE-5168-46F416A14E5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971127" y="4998880"/>
            <a:ext cx="1232643" cy="2629639"/>
          </a:xfrm>
          <a:prstGeom prst="rect">
            <a:avLst/>
          </a:prstGeom>
        </p:spPr>
      </p:pic>
      <p:pic>
        <p:nvPicPr>
          <p:cNvPr id="15" name="Graphic 14">
            <a:extLst>
              <a:ext uri="{FF2B5EF4-FFF2-40B4-BE49-F238E27FC236}">
                <a16:creationId xmlns:a16="http://schemas.microsoft.com/office/drawing/2014/main" id="{08AF6F4B-8799-BEA6-09AE-47F3D8741B0D}"/>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20504"/>
          <a:stretch/>
        </p:blipFill>
        <p:spPr>
          <a:xfrm rot="16200000">
            <a:off x="428914" y="115386"/>
            <a:ext cx="1232643" cy="2090472"/>
          </a:xfrm>
          <a:prstGeom prst="rect">
            <a:avLst/>
          </a:prstGeom>
        </p:spPr>
      </p:pic>
      <p:graphicFrame>
        <p:nvGraphicFramePr>
          <p:cNvPr id="6" name="Chart 5">
            <a:extLst>
              <a:ext uri="{FF2B5EF4-FFF2-40B4-BE49-F238E27FC236}">
                <a16:creationId xmlns:a16="http://schemas.microsoft.com/office/drawing/2014/main" id="{E9C0B89E-FC85-99C2-34A1-7EBF2298A9BF}"/>
              </a:ext>
            </a:extLst>
          </p:cNvPr>
          <p:cNvGraphicFramePr>
            <a:graphicFrameLocks/>
          </p:cNvGraphicFramePr>
          <p:nvPr>
            <p:extLst>
              <p:ext uri="{D42A27DB-BD31-4B8C-83A1-F6EECF244321}">
                <p14:modId xmlns:p14="http://schemas.microsoft.com/office/powerpoint/2010/main" val="1032858202"/>
              </p:ext>
            </p:extLst>
          </p:nvPr>
        </p:nvGraphicFramePr>
        <p:xfrm>
          <a:off x="575984" y="1933251"/>
          <a:ext cx="5475114" cy="4205077"/>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Placeholder 7">
            <a:extLst>
              <a:ext uri="{FF2B5EF4-FFF2-40B4-BE49-F238E27FC236}">
                <a16:creationId xmlns:a16="http://schemas.microsoft.com/office/drawing/2014/main" id="{6507145E-E5EB-D75A-97F3-6C887AE760CB}"/>
              </a:ext>
            </a:extLst>
          </p:cNvPr>
          <p:cNvSpPr>
            <a:spLocks noGrp="1"/>
          </p:cNvSpPr>
          <p:nvPr>
            <p:ph type="body" sz="quarter" idx="11"/>
          </p:nvPr>
        </p:nvSpPr>
        <p:spPr>
          <a:xfrm>
            <a:off x="3535733" y="-616322"/>
            <a:ext cx="4005609" cy="1232643"/>
          </a:xfrm>
        </p:spPr>
        <p:txBody>
          <a:bodyPr>
            <a:normAutofit/>
          </a:bodyPr>
          <a:lstStyle/>
          <a:p>
            <a:r>
              <a:rPr lang="en-IN" sz="4000" dirty="0">
                <a:latin typeface="Algerian" panose="04020705040A02060702" pitchFamily="82" charset="0"/>
              </a:rPr>
              <a:t>dashboard - 1</a:t>
            </a:r>
          </a:p>
        </p:txBody>
      </p:sp>
      <p:sp>
        <p:nvSpPr>
          <p:cNvPr id="9" name="TextBox 8">
            <a:extLst>
              <a:ext uri="{FF2B5EF4-FFF2-40B4-BE49-F238E27FC236}">
                <a16:creationId xmlns:a16="http://schemas.microsoft.com/office/drawing/2014/main" id="{D25B5669-2766-EB3E-B158-AE03B049D72C}"/>
              </a:ext>
            </a:extLst>
          </p:cNvPr>
          <p:cNvSpPr txBox="1"/>
          <p:nvPr/>
        </p:nvSpPr>
        <p:spPr>
          <a:xfrm>
            <a:off x="6343702" y="1595021"/>
            <a:ext cx="5475114" cy="5262979"/>
          </a:xfrm>
          <a:prstGeom prst="rect">
            <a:avLst/>
          </a:prstGeom>
          <a:noFill/>
        </p:spPr>
        <p:txBody>
          <a:bodyPr wrap="square" rtlCol="0">
            <a:spAutoFit/>
          </a:bodyPr>
          <a:lstStyle/>
          <a:p>
            <a:r>
              <a:rPr lang="en-US" sz="2400" b="1" dirty="0"/>
              <a:t>Which age group places the highest orders?</a:t>
            </a:r>
          </a:p>
          <a:p>
            <a:br>
              <a:rPr lang="en-US" sz="2400" dirty="0"/>
            </a:br>
            <a:r>
              <a:rPr lang="en-US" sz="2400" dirty="0"/>
              <a:t>The 36–35 age segment contributes the highest share of total orders (~32%). This indicates that working professionals or mid-age customers are the primary revenue drivers. Their higher purchasing power and frequent ordering behavior suggest strong engagement from this demographic.</a:t>
            </a:r>
          </a:p>
          <a:p>
            <a:endParaRPr lang="en-US" sz="2400" dirty="0"/>
          </a:p>
          <a:p>
            <a:r>
              <a:rPr lang="en-US" sz="2400" b="1" dirty="0"/>
              <a:t>Business Insight:</a:t>
            </a:r>
            <a:br>
              <a:rPr lang="en-US" sz="2400" dirty="0"/>
            </a:br>
            <a:r>
              <a:rPr lang="en-US" sz="2400" dirty="0"/>
              <a:t>Targeted loyalty programs and premium meal offers can be designed for this age group to maximize revenue retention.</a:t>
            </a:r>
          </a:p>
        </p:txBody>
      </p:sp>
    </p:spTree>
    <p:extLst>
      <p:ext uri="{BB962C8B-B14F-4D97-AF65-F5344CB8AC3E}">
        <p14:creationId xmlns:p14="http://schemas.microsoft.com/office/powerpoint/2010/main" val="3845746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B28328E6-7A3E-B28B-E436-3B4D78F9C30B}"/>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430" b="36705"/>
          <a:stretch/>
        </p:blipFill>
        <p:spPr>
          <a:xfrm rot="5400000">
            <a:off x="218544" y="421006"/>
            <a:ext cx="1227349" cy="1664439"/>
          </a:xfrm>
          <a:prstGeom prst="rect">
            <a:avLst/>
          </a:prstGeom>
        </p:spPr>
      </p:pic>
      <p:sp>
        <p:nvSpPr>
          <p:cNvPr id="16" name="Text Placeholder 15">
            <a:extLst>
              <a:ext uri="{FF2B5EF4-FFF2-40B4-BE49-F238E27FC236}">
                <a16:creationId xmlns:a16="http://schemas.microsoft.com/office/drawing/2014/main" id="{B1C26C6C-02CB-342E-8C54-9823072E82C4}"/>
              </a:ext>
            </a:extLst>
          </p:cNvPr>
          <p:cNvSpPr>
            <a:spLocks noGrp="1"/>
          </p:cNvSpPr>
          <p:nvPr>
            <p:ph type="body" sz="quarter" idx="13"/>
          </p:nvPr>
        </p:nvSpPr>
        <p:spPr>
          <a:xfrm>
            <a:off x="832218" y="747677"/>
            <a:ext cx="7831931" cy="664027"/>
          </a:xfrm>
        </p:spPr>
        <p:txBody>
          <a:bodyPr>
            <a:noAutofit/>
          </a:bodyPr>
          <a:lstStyle/>
          <a:p>
            <a:r>
              <a:rPr lang="en-US" sz="3200" b="1" dirty="0"/>
              <a:t>Which city has the highest number of orders?</a:t>
            </a:r>
          </a:p>
          <a:p>
            <a:endParaRPr lang="en-IN" sz="3200" dirty="0"/>
          </a:p>
        </p:txBody>
      </p:sp>
      <p:graphicFrame>
        <p:nvGraphicFramePr>
          <p:cNvPr id="21" name="Chart 20">
            <a:extLst>
              <a:ext uri="{FF2B5EF4-FFF2-40B4-BE49-F238E27FC236}">
                <a16:creationId xmlns:a16="http://schemas.microsoft.com/office/drawing/2014/main" id="{0C6FBB87-2A5A-FBBC-8399-E124CC3A5AA1}"/>
              </a:ext>
            </a:extLst>
          </p:cNvPr>
          <p:cNvGraphicFramePr>
            <a:graphicFrameLocks/>
          </p:cNvGraphicFramePr>
          <p:nvPr>
            <p:extLst>
              <p:ext uri="{D42A27DB-BD31-4B8C-83A1-F6EECF244321}">
                <p14:modId xmlns:p14="http://schemas.microsoft.com/office/powerpoint/2010/main" val="2098272009"/>
              </p:ext>
            </p:extLst>
          </p:nvPr>
        </p:nvGraphicFramePr>
        <p:xfrm>
          <a:off x="482281" y="1866899"/>
          <a:ext cx="6143108" cy="3763879"/>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Box 21">
            <a:extLst>
              <a:ext uri="{FF2B5EF4-FFF2-40B4-BE49-F238E27FC236}">
                <a16:creationId xmlns:a16="http://schemas.microsoft.com/office/drawing/2014/main" id="{4413DBB5-870B-7177-A39D-FD83323B4104}"/>
              </a:ext>
            </a:extLst>
          </p:cNvPr>
          <p:cNvSpPr txBox="1"/>
          <p:nvPr/>
        </p:nvSpPr>
        <p:spPr>
          <a:xfrm>
            <a:off x="6737684" y="1586008"/>
            <a:ext cx="5454316" cy="4154984"/>
          </a:xfrm>
          <a:prstGeom prst="rect">
            <a:avLst/>
          </a:prstGeom>
          <a:noFill/>
        </p:spPr>
        <p:txBody>
          <a:bodyPr wrap="square" rtlCol="0">
            <a:spAutoFit/>
          </a:bodyPr>
          <a:lstStyle/>
          <a:p>
            <a:r>
              <a:rPr lang="en-US" sz="2400" dirty="0"/>
              <a:t>Hyderabad records the highest order volume among all cities, indicating strong demand concentration in this market. This suggests higher platform adoption and customer engagement in Hyderabad compared to other cities.</a:t>
            </a:r>
          </a:p>
          <a:p>
            <a:endParaRPr lang="en-US" sz="2400" dirty="0"/>
          </a:p>
          <a:p>
            <a:r>
              <a:rPr lang="en-US" sz="2400" b="1" dirty="0"/>
              <a:t>Insight:</a:t>
            </a:r>
            <a:br>
              <a:rPr lang="en-US" sz="2400" dirty="0"/>
            </a:br>
            <a:r>
              <a:rPr lang="en-US" sz="2400" dirty="0"/>
              <a:t>Hyderabad is a high-demand market and should be operationally optimized to handle volume efficiently.</a:t>
            </a:r>
          </a:p>
        </p:txBody>
      </p:sp>
    </p:spTree>
    <p:extLst>
      <p:ext uri="{BB962C8B-B14F-4D97-AF65-F5344CB8AC3E}">
        <p14:creationId xmlns:p14="http://schemas.microsoft.com/office/powerpoint/2010/main" val="2588810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CAA8108-1481-D859-23FE-DB29F347ED4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5081851" y="4387323"/>
            <a:ext cx="1232643" cy="2629639"/>
          </a:xfrm>
          <a:prstGeom prst="rect">
            <a:avLst/>
          </a:prstGeom>
        </p:spPr>
      </p:pic>
      <p:pic>
        <p:nvPicPr>
          <p:cNvPr id="7" name="Graphic 6">
            <a:extLst>
              <a:ext uri="{FF2B5EF4-FFF2-40B4-BE49-F238E27FC236}">
                <a16:creationId xmlns:a16="http://schemas.microsoft.com/office/drawing/2014/main" id="{A13F4734-2560-3AF9-C0D5-7F6C4B785167}"/>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20504"/>
          <a:stretch/>
        </p:blipFill>
        <p:spPr>
          <a:xfrm rot="16200000">
            <a:off x="6958052" y="-505700"/>
            <a:ext cx="1232643" cy="2090472"/>
          </a:xfrm>
          <a:prstGeom prst="rect">
            <a:avLst/>
          </a:prstGeom>
        </p:spPr>
      </p:pic>
      <p:graphicFrame>
        <p:nvGraphicFramePr>
          <p:cNvPr id="11" name="Picture Placeholder 10">
            <a:extLst>
              <a:ext uri="{FF2B5EF4-FFF2-40B4-BE49-F238E27FC236}">
                <a16:creationId xmlns:a16="http://schemas.microsoft.com/office/drawing/2014/main" id="{486829AB-17D0-5886-EC2F-DB436C50A7F1}"/>
              </a:ext>
            </a:extLst>
          </p:cNvPr>
          <p:cNvGraphicFramePr>
            <a:graphicFrameLocks noGrp="1"/>
          </p:cNvGraphicFramePr>
          <p:nvPr>
            <p:ph type="pic" sz="quarter" idx="10"/>
            <p:extLst>
              <p:ext uri="{D42A27DB-BD31-4B8C-83A1-F6EECF244321}">
                <p14:modId xmlns:p14="http://schemas.microsoft.com/office/powerpoint/2010/main" val="2298879223"/>
              </p:ext>
            </p:extLst>
          </p:nvPr>
        </p:nvGraphicFramePr>
        <p:xfrm>
          <a:off x="649121" y="1473412"/>
          <a:ext cx="4840287" cy="4840288"/>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684DA451-2C2D-1FD5-3453-9BFE5A50CF8C}"/>
              </a:ext>
            </a:extLst>
          </p:cNvPr>
          <p:cNvSpPr txBox="1"/>
          <p:nvPr/>
        </p:nvSpPr>
        <p:spPr>
          <a:xfrm>
            <a:off x="649121" y="525963"/>
            <a:ext cx="10227425" cy="954107"/>
          </a:xfrm>
          <a:prstGeom prst="rect">
            <a:avLst/>
          </a:prstGeom>
          <a:noFill/>
        </p:spPr>
        <p:txBody>
          <a:bodyPr wrap="square" rtlCol="0">
            <a:spAutoFit/>
          </a:bodyPr>
          <a:lstStyle/>
          <a:p>
            <a:r>
              <a:rPr lang="en-US" sz="2800" b="1" dirty="0"/>
              <a:t>Which food category is most preferred?</a:t>
            </a:r>
          </a:p>
          <a:p>
            <a:endParaRPr lang="en-IN" sz="2800" dirty="0"/>
          </a:p>
        </p:txBody>
      </p:sp>
      <p:sp>
        <p:nvSpPr>
          <p:cNvPr id="13" name="TextBox 12">
            <a:extLst>
              <a:ext uri="{FF2B5EF4-FFF2-40B4-BE49-F238E27FC236}">
                <a16:creationId xmlns:a16="http://schemas.microsoft.com/office/drawing/2014/main" id="{CE03E890-DFA4-5DA4-6D3D-8086AC966FDF}"/>
              </a:ext>
            </a:extLst>
          </p:cNvPr>
          <p:cNvSpPr txBox="1"/>
          <p:nvPr/>
        </p:nvSpPr>
        <p:spPr>
          <a:xfrm>
            <a:off x="6158947" y="1776944"/>
            <a:ext cx="5744295" cy="3600986"/>
          </a:xfrm>
          <a:prstGeom prst="rect">
            <a:avLst/>
          </a:prstGeom>
          <a:noFill/>
        </p:spPr>
        <p:txBody>
          <a:bodyPr wrap="square" rtlCol="0">
            <a:spAutoFit/>
          </a:bodyPr>
          <a:lstStyle/>
          <a:p>
            <a:r>
              <a:rPr lang="en-US" sz="2400" dirty="0"/>
              <a:t>Pizza emerges as the most preferred food category, contributing the largest share of total orders. This indicates strong customer inclination toward fast-food options.</a:t>
            </a:r>
          </a:p>
          <a:p>
            <a:endParaRPr lang="en-US" sz="2400" dirty="0"/>
          </a:p>
          <a:p>
            <a:r>
              <a:rPr lang="en-US" sz="2400" b="1" dirty="0"/>
              <a:t>Insight:</a:t>
            </a:r>
            <a:br>
              <a:rPr lang="en-US" sz="2400" dirty="0"/>
            </a:br>
            <a:r>
              <a:rPr lang="en-US" sz="2400" dirty="0"/>
              <a:t>Promotional campaigns around pizza brands can significantly influence revenue growth.</a:t>
            </a:r>
          </a:p>
          <a:p>
            <a:br>
              <a:rPr lang="en-US" dirty="0"/>
            </a:br>
            <a:endParaRPr lang="en-IN" dirty="0"/>
          </a:p>
        </p:txBody>
      </p:sp>
    </p:spTree>
    <p:extLst>
      <p:ext uri="{BB962C8B-B14F-4D97-AF65-F5344CB8AC3E}">
        <p14:creationId xmlns:p14="http://schemas.microsoft.com/office/powerpoint/2010/main" val="3691665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Graphic 76">
            <a:extLst>
              <a:ext uri="{FF2B5EF4-FFF2-40B4-BE49-F238E27FC236}">
                <a16:creationId xmlns:a16="http://schemas.microsoft.com/office/drawing/2014/main" id="{9DCB8EB7-2AC0-7905-1235-6742F014DCD3}"/>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 r="1285" b="1452"/>
          <a:stretch/>
        </p:blipFill>
        <p:spPr>
          <a:xfrm rot="5400000">
            <a:off x="9226437" y="204300"/>
            <a:ext cx="733479" cy="1562099"/>
          </a:xfrm>
          <a:prstGeom prst="rect">
            <a:avLst/>
          </a:prstGeom>
        </p:spPr>
      </p:pic>
      <p:pic>
        <p:nvPicPr>
          <p:cNvPr id="78" name="Graphic 77">
            <a:extLst>
              <a:ext uri="{FF2B5EF4-FFF2-40B4-BE49-F238E27FC236}">
                <a16:creationId xmlns:a16="http://schemas.microsoft.com/office/drawing/2014/main" id="{A4808043-4E5C-32D5-CB20-2167795AC3EE}"/>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 r="1285" b="1452"/>
          <a:stretch/>
        </p:blipFill>
        <p:spPr>
          <a:xfrm rot="16200000">
            <a:off x="5089764" y="5929502"/>
            <a:ext cx="593344" cy="1263652"/>
          </a:xfrm>
          <a:prstGeom prst="rect">
            <a:avLst/>
          </a:prstGeom>
        </p:spPr>
      </p:pic>
      <p:sp>
        <p:nvSpPr>
          <p:cNvPr id="20" name="Text Placeholder 19">
            <a:extLst>
              <a:ext uri="{FF2B5EF4-FFF2-40B4-BE49-F238E27FC236}">
                <a16:creationId xmlns:a16="http://schemas.microsoft.com/office/drawing/2014/main" id="{2CC1B7EC-34A3-B9BB-5D5C-6F12ADB83E27}"/>
              </a:ext>
            </a:extLst>
          </p:cNvPr>
          <p:cNvSpPr>
            <a:spLocks noGrp="1"/>
          </p:cNvSpPr>
          <p:nvPr>
            <p:ph type="body" sz="quarter" idx="19"/>
          </p:nvPr>
        </p:nvSpPr>
        <p:spPr>
          <a:xfrm>
            <a:off x="7972926" y="2006203"/>
            <a:ext cx="4327130" cy="1785067"/>
          </a:xfrm>
        </p:spPr>
        <p:txBody>
          <a:bodyPr>
            <a:noAutofit/>
          </a:bodyPr>
          <a:lstStyle/>
          <a:p>
            <a:r>
              <a:rPr lang="en-US" sz="2400" dirty="0"/>
              <a:t>Pizza Hut contributes the highest total revenue among all restaurants, showing strong brand preference and consistent order flow.</a:t>
            </a:r>
          </a:p>
          <a:p>
            <a:endParaRPr lang="en-US" sz="2400" dirty="0"/>
          </a:p>
          <a:p>
            <a:r>
              <a:rPr lang="en-US" sz="2400" b="1" dirty="0"/>
              <a:t>Insight:</a:t>
            </a:r>
            <a:br>
              <a:rPr lang="en-US" sz="2400" dirty="0"/>
            </a:br>
            <a:r>
              <a:rPr lang="en-US" sz="2400" dirty="0"/>
              <a:t>Strategic partnerships and exclusive deals with top-performing restaurants can increase overall profitability.</a:t>
            </a:r>
          </a:p>
          <a:p>
            <a:endParaRPr lang="en-IN" sz="2400" dirty="0"/>
          </a:p>
        </p:txBody>
      </p:sp>
      <p:sp>
        <p:nvSpPr>
          <p:cNvPr id="24" name="Title 23">
            <a:extLst>
              <a:ext uri="{FF2B5EF4-FFF2-40B4-BE49-F238E27FC236}">
                <a16:creationId xmlns:a16="http://schemas.microsoft.com/office/drawing/2014/main" id="{8EC1FA9F-C480-FB88-E58F-BAF1EA9C02FF}"/>
              </a:ext>
            </a:extLst>
          </p:cNvPr>
          <p:cNvSpPr>
            <a:spLocks noGrp="1"/>
          </p:cNvSpPr>
          <p:nvPr>
            <p:ph type="ctrTitle"/>
          </p:nvPr>
        </p:nvSpPr>
        <p:spPr>
          <a:xfrm>
            <a:off x="702469" y="709465"/>
            <a:ext cx="7270457" cy="551768"/>
          </a:xfrm>
        </p:spPr>
        <p:txBody>
          <a:bodyPr/>
          <a:lstStyle/>
          <a:p>
            <a:r>
              <a:rPr lang="en-US" sz="2400" b="1" dirty="0"/>
              <a:t>Which restaurant generates the highest revenue?</a:t>
            </a:r>
            <a:br>
              <a:rPr lang="en-US" sz="2400" b="1" dirty="0"/>
            </a:br>
            <a:endParaRPr lang="en-IN" sz="2400" dirty="0"/>
          </a:p>
        </p:txBody>
      </p:sp>
      <p:graphicFrame>
        <p:nvGraphicFramePr>
          <p:cNvPr id="27" name="Chart 26">
            <a:extLst>
              <a:ext uri="{FF2B5EF4-FFF2-40B4-BE49-F238E27FC236}">
                <a16:creationId xmlns:a16="http://schemas.microsoft.com/office/drawing/2014/main" id="{6CB16BE5-37C1-D8E2-4962-E18531650685}"/>
              </a:ext>
            </a:extLst>
          </p:cNvPr>
          <p:cNvGraphicFramePr>
            <a:graphicFrameLocks/>
          </p:cNvGraphicFramePr>
          <p:nvPr>
            <p:extLst>
              <p:ext uri="{D42A27DB-BD31-4B8C-83A1-F6EECF244321}">
                <p14:modId xmlns:p14="http://schemas.microsoft.com/office/powerpoint/2010/main" val="597927086"/>
              </p:ext>
            </p:extLst>
          </p:nvPr>
        </p:nvGraphicFramePr>
        <p:xfrm>
          <a:off x="512437" y="1748589"/>
          <a:ext cx="7270457" cy="439994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31209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5226E23-AA14-D475-E844-1A986A30E1E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5081851" y="4387323"/>
            <a:ext cx="1232643" cy="2629639"/>
          </a:xfrm>
          <a:prstGeom prst="rect">
            <a:avLst/>
          </a:prstGeom>
        </p:spPr>
      </p:pic>
      <p:pic>
        <p:nvPicPr>
          <p:cNvPr id="5" name="Graphic 4">
            <a:extLst>
              <a:ext uri="{FF2B5EF4-FFF2-40B4-BE49-F238E27FC236}">
                <a16:creationId xmlns:a16="http://schemas.microsoft.com/office/drawing/2014/main" id="{2E24927A-4FA9-F8F6-FB43-06DDD04A18EB}"/>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20504"/>
          <a:stretch/>
        </p:blipFill>
        <p:spPr>
          <a:xfrm rot="16200000">
            <a:off x="531896" y="5196443"/>
            <a:ext cx="1232643" cy="2090472"/>
          </a:xfrm>
          <a:prstGeom prst="rect">
            <a:avLst/>
          </a:prstGeom>
        </p:spPr>
      </p:pic>
      <p:graphicFrame>
        <p:nvGraphicFramePr>
          <p:cNvPr id="8" name="Chart 7">
            <a:extLst>
              <a:ext uri="{FF2B5EF4-FFF2-40B4-BE49-F238E27FC236}">
                <a16:creationId xmlns:a16="http://schemas.microsoft.com/office/drawing/2014/main" id="{A380BF33-6914-D246-8F69-8E3358066D5B}"/>
              </a:ext>
            </a:extLst>
          </p:cNvPr>
          <p:cNvGraphicFramePr>
            <a:graphicFrameLocks/>
          </p:cNvGraphicFramePr>
          <p:nvPr>
            <p:extLst>
              <p:ext uri="{D42A27DB-BD31-4B8C-83A1-F6EECF244321}">
                <p14:modId xmlns:p14="http://schemas.microsoft.com/office/powerpoint/2010/main" val="3286695077"/>
              </p:ext>
            </p:extLst>
          </p:nvPr>
        </p:nvGraphicFramePr>
        <p:xfrm>
          <a:off x="487993" y="2016815"/>
          <a:ext cx="5210179" cy="3341248"/>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8B617669-20E1-9EF3-A6F7-D4BE73FDD482}"/>
              </a:ext>
            </a:extLst>
          </p:cNvPr>
          <p:cNvSpPr txBox="1"/>
          <p:nvPr/>
        </p:nvSpPr>
        <p:spPr>
          <a:xfrm>
            <a:off x="268553" y="795414"/>
            <a:ext cx="8229600" cy="954107"/>
          </a:xfrm>
          <a:prstGeom prst="rect">
            <a:avLst/>
          </a:prstGeom>
          <a:noFill/>
        </p:spPr>
        <p:txBody>
          <a:bodyPr wrap="square" rtlCol="0">
            <a:spAutoFit/>
          </a:bodyPr>
          <a:lstStyle/>
          <a:p>
            <a:r>
              <a:rPr lang="en-US" sz="2800" b="1" dirty="0"/>
              <a:t>What is the distribution of order types (Online vs COD)?</a:t>
            </a:r>
          </a:p>
          <a:p>
            <a:endParaRPr lang="en-IN" sz="2800" dirty="0"/>
          </a:p>
        </p:txBody>
      </p:sp>
      <p:sp>
        <p:nvSpPr>
          <p:cNvPr id="18" name="TextBox 17">
            <a:extLst>
              <a:ext uri="{FF2B5EF4-FFF2-40B4-BE49-F238E27FC236}">
                <a16:creationId xmlns:a16="http://schemas.microsoft.com/office/drawing/2014/main" id="{47A662F5-0F1A-AD2E-CE1A-4614FA5D9C4B}"/>
              </a:ext>
            </a:extLst>
          </p:cNvPr>
          <p:cNvSpPr txBox="1"/>
          <p:nvPr/>
        </p:nvSpPr>
        <p:spPr>
          <a:xfrm>
            <a:off x="6320589" y="2016815"/>
            <a:ext cx="5630779" cy="4154984"/>
          </a:xfrm>
          <a:prstGeom prst="rect">
            <a:avLst/>
          </a:prstGeom>
          <a:noFill/>
        </p:spPr>
        <p:txBody>
          <a:bodyPr wrap="square" rtlCol="0">
            <a:spAutoFit/>
          </a:bodyPr>
          <a:lstStyle/>
          <a:p>
            <a:r>
              <a:rPr lang="en-US" sz="2400" dirty="0"/>
              <a:t>Online orders account for approximately 50.81%, while COD accounts for 49.19%, showing almost equal distribution. However, the slight dominance of online payments reflects increasing digital adoption.</a:t>
            </a:r>
          </a:p>
          <a:p>
            <a:endParaRPr lang="en-US" sz="2400" dirty="0"/>
          </a:p>
          <a:p>
            <a:r>
              <a:rPr lang="en-US" sz="2400" b="1" dirty="0"/>
              <a:t>Insight:</a:t>
            </a:r>
            <a:br>
              <a:rPr lang="en-US" sz="2400" dirty="0"/>
            </a:br>
            <a:r>
              <a:rPr lang="en-US" sz="2400" dirty="0"/>
              <a:t>Encouraging online payments through cashback offers could reduce cash-handling risks and improve efficiency.</a:t>
            </a:r>
          </a:p>
          <a:p>
            <a:endParaRPr lang="en-IN" sz="2400" dirty="0"/>
          </a:p>
        </p:txBody>
      </p:sp>
    </p:spTree>
    <p:extLst>
      <p:ext uri="{BB962C8B-B14F-4D97-AF65-F5344CB8AC3E}">
        <p14:creationId xmlns:p14="http://schemas.microsoft.com/office/powerpoint/2010/main" val="3045373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EDACF734-5971-40C8-B0BD-56DA52524FE6}"/>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430" b="36705"/>
          <a:stretch/>
        </p:blipFill>
        <p:spPr>
          <a:xfrm rot="5400000">
            <a:off x="10437365" y="-192670"/>
            <a:ext cx="1227349" cy="1664439"/>
          </a:xfrm>
          <a:prstGeom prst="rect">
            <a:avLst/>
          </a:prstGeom>
        </p:spPr>
      </p:pic>
      <p:sp>
        <p:nvSpPr>
          <p:cNvPr id="9" name="Text Placeholder 8">
            <a:extLst>
              <a:ext uri="{FF2B5EF4-FFF2-40B4-BE49-F238E27FC236}">
                <a16:creationId xmlns:a16="http://schemas.microsoft.com/office/drawing/2014/main" id="{415C806E-996C-F9EF-D10A-80E54721E933}"/>
              </a:ext>
            </a:extLst>
          </p:cNvPr>
          <p:cNvSpPr>
            <a:spLocks noGrp="1"/>
          </p:cNvSpPr>
          <p:nvPr>
            <p:ph type="body" sz="quarter" idx="13"/>
          </p:nvPr>
        </p:nvSpPr>
        <p:spPr>
          <a:xfrm>
            <a:off x="3766511" y="25875"/>
            <a:ext cx="9613383" cy="664027"/>
          </a:xfrm>
        </p:spPr>
        <p:txBody>
          <a:bodyPr>
            <a:noAutofit/>
          </a:bodyPr>
          <a:lstStyle/>
          <a:p>
            <a:r>
              <a:rPr lang="en-IN" sz="4800" b="1" dirty="0">
                <a:latin typeface="Algerian" panose="04020705040A02060702" pitchFamily="82" charset="0"/>
              </a:rPr>
              <a:t>DASHBOARD -2</a:t>
            </a:r>
          </a:p>
          <a:p>
            <a:endParaRPr lang="en-IN" sz="4800" b="1" dirty="0">
              <a:latin typeface="Algerian" panose="04020705040A02060702" pitchFamily="82" charset="0"/>
            </a:endParaRPr>
          </a:p>
          <a:p>
            <a:endParaRPr lang="en-IN" sz="4800" b="1" dirty="0">
              <a:latin typeface="Algerian" panose="04020705040A02060702" pitchFamily="82" charset="0"/>
            </a:endParaRPr>
          </a:p>
          <a:p>
            <a:r>
              <a:rPr lang="en-IN" sz="4800" dirty="0">
                <a:latin typeface="Algerian" panose="04020705040A02060702" pitchFamily="82" charset="0"/>
              </a:rPr>
              <a:t> </a:t>
            </a:r>
          </a:p>
        </p:txBody>
      </p:sp>
      <p:sp>
        <p:nvSpPr>
          <p:cNvPr id="10" name="TextBox 9">
            <a:extLst>
              <a:ext uri="{FF2B5EF4-FFF2-40B4-BE49-F238E27FC236}">
                <a16:creationId xmlns:a16="http://schemas.microsoft.com/office/drawing/2014/main" id="{0E0C0F5F-052E-BCEC-27A4-A1951C1FFA94}"/>
              </a:ext>
            </a:extLst>
          </p:cNvPr>
          <p:cNvSpPr txBox="1"/>
          <p:nvPr/>
        </p:nvSpPr>
        <p:spPr>
          <a:xfrm>
            <a:off x="577516" y="873166"/>
            <a:ext cx="11036968" cy="1323439"/>
          </a:xfrm>
          <a:prstGeom prst="rect">
            <a:avLst/>
          </a:prstGeom>
          <a:noFill/>
        </p:spPr>
        <p:txBody>
          <a:bodyPr wrap="square" rtlCol="0">
            <a:spAutoFit/>
          </a:bodyPr>
          <a:lstStyle/>
          <a:p>
            <a:pPr lvl="0" algn="ctr">
              <a:defRPr/>
            </a:pPr>
            <a:r>
              <a:rPr lang="en-IN" sz="4000" b="1" dirty="0">
                <a:latin typeface="+mj-lt"/>
              </a:rPr>
              <a:t>Delivery Performance &amp; Operational Efficiency</a:t>
            </a:r>
          </a:p>
          <a:p>
            <a:pPr algn="ctr"/>
            <a:endParaRPr lang="en-IN" sz="4000" b="1" dirty="0">
              <a:latin typeface="+mj-lt"/>
            </a:endParaRPr>
          </a:p>
        </p:txBody>
      </p:sp>
      <p:graphicFrame>
        <p:nvGraphicFramePr>
          <p:cNvPr id="12" name="Chart 11">
            <a:extLst>
              <a:ext uri="{FF2B5EF4-FFF2-40B4-BE49-F238E27FC236}">
                <a16:creationId xmlns:a16="http://schemas.microsoft.com/office/drawing/2014/main" id="{1A1E4C16-6668-6FB9-3E31-46A572875519}"/>
              </a:ext>
            </a:extLst>
          </p:cNvPr>
          <p:cNvGraphicFramePr>
            <a:graphicFrameLocks/>
          </p:cNvGraphicFramePr>
          <p:nvPr>
            <p:extLst>
              <p:ext uri="{D42A27DB-BD31-4B8C-83A1-F6EECF244321}">
                <p14:modId xmlns:p14="http://schemas.microsoft.com/office/powerpoint/2010/main" val="417889024"/>
              </p:ext>
            </p:extLst>
          </p:nvPr>
        </p:nvGraphicFramePr>
        <p:xfrm>
          <a:off x="308741" y="2195442"/>
          <a:ext cx="6043475" cy="3614769"/>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a:extLst>
              <a:ext uri="{FF2B5EF4-FFF2-40B4-BE49-F238E27FC236}">
                <a16:creationId xmlns:a16="http://schemas.microsoft.com/office/drawing/2014/main" id="{00FA1195-1043-604D-EAA5-D270AB59DFF1}"/>
              </a:ext>
            </a:extLst>
          </p:cNvPr>
          <p:cNvSpPr txBox="1"/>
          <p:nvPr/>
        </p:nvSpPr>
        <p:spPr>
          <a:xfrm>
            <a:off x="6620991" y="1954811"/>
            <a:ext cx="4993493" cy="5016758"/>
          </a:xfrm>
          <a:prstGeom prst="rect">
            <a:avLst/>
          </a:prstGeom>
          <a:noFill/>
        </p:spPr>
        <p:txBody>
          <a:bodyPr wrap="square" rtlCol="0">
            <a:spAutoFit/>
          </a:bodyPr>
          <a:lstStyle/>
          <a:p>
            <a:r>
              <a:rPr lang="en-US" sz="2800" b="1" dirty="0"/>
              <a:t>What is the average delivery time across cities?</a:t>
            </a:r>
            <a:br>
              <a:rPr lang="en-US" sz="2800" dirty="0"/>
            </a:br>
            <a:r>
              <a:rPr lang="en-US" sz="2400" dirty="0"/>
              <a:t>Delivery time varies across cities, with Hyderabad showing comparatively higher average delivery time. This suggests operational inefficiencies or higher traffic congestion.</a:t>
            </a:r>
          </a:p>
          <a:p>
            <a:endParaRPr lang="en-US" sz="2400" dirty="0"/>
          </a:p>
          <a:p>
            <a:r>
              <a:rPr lang="en-US" sz="2400" b="1" dirty="0"/>
              <a:t>Insight:</a:t>
            </a:r>
            <a:br>
              <a:rPr lang="en-US" sz="2400" dirty="0"/>
            </a:br>
            <a:r>
              <a:rPr lang="en-US" sz="2400" dirty="0"/>
              <a:t>Delivery partner allocation needs optimization in high-demand cities.</a:t>
            </a:r>
          </a:p>
          <a:p>
            <a:br>
              <a:rPr lang="en-US" sz="2400" dirty="0"/>
            </a:br>
            <a:endParaRPr lang="en-IN" sz="2400" dirty="0"/>
          </a:p>
        </p:txBody>
      </p:sp>
    </p:spTree>
    <p:extLst>
      <p:ext uri="{BB962C8B-B14F-4D97-AF65-F5344CB8AC3E}">
        <p14:creationId xmlns:p14="http://schemas.microsoft.com/office/powerpoint/2010/main" val="1907810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aphicFrame>
        <p:nvGraphicFramePr>
          <p:cNvPr id="10" name="Chart 9">
            <a:extLst>
              <a:ext uri="{FF2B5EF4-FFF2-40B4-BE49-F238E27FC236}">
                <a16:creationId xmlns:a16="http://schemas.microsoft.com/office/drawing/2014/main" id="{579F5BC7-CEE8-E0A9-61A4-27DD2353D96E}"/>
              </a:ext>
            </a:extLst>
          </p:cNvPr>
          <p:cNvGraphicFramePr>
            <a:graphicFrameLocks/>
          </p:cNvGraphicFramePr>
          <p:nvPr>
            <p:extLst>
              <p:ext uri="{D42A27DB-BD31-4B8C-83A1-F6EECF244321}">
                <p14:modId xmlns:p14="http://schemas.microsoft.com/office/powerpoint/2010/main" val="1390897772"/>
              </p:ext>
            </p:extLst>
          </p:nvPr>
        </p:nvGraphicFramePr>
        <p:xfrm>
          <a:off x="226685" y="1762409"/>
          <a:ext cx="6783715" cy="4141085"/>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A170F00D-4734-1DE4-AC46-C7C76E74829A}"/>
              </a:ext>
            </a:extLst>
          </p:cNvPr>
          <p:cNvSpPr txBox="1"/>
          <p:nvPr/>
        </p:nvSpPr>
        <p:spPr>
          <a:xfrm>
            <a:off x="226685" y="625642"/>
            <a:ext cx="10315073" cy="954107"/>
          </a:xfrm>
          <a:prstGeom prst="rect">
            <a:avLst/>
          </a:prstGeom>
          <a:noFill/>
        </p:spPr>
        <p:txBody>
          <a:bodyPr wrap="square" rtlCol="0">
            <a:spAutoFit/>
          </a:bodyPr>
          <a:lstStyle/>
          <a:p>
            <a:r>
              <a:rPr lang="en-US" sz="2800" b="1" dirty="0"/>
              <a:t>How does delivery distance impact delivery time?</a:t>
            </a:r>
          </a:p>
          <a:p>
            <a:endParaRPr lang="en-IN" sz="2800" dirty="0"/>
          </a:p>
        </p:txBody>
      </p:sp>
      <p:sp>
        <p:nvSpPr>
          <p:cNvPr id="16" name="TextBox 15">
            <a:extLst>
              <a:ext uri="{FF2B5EF4-FFF2-40B4-BE49-F238E27FC236}">
                <a16:creationId xmlns:a16="http://schemas.microsoft.com/office/drawing/2014/main" id="{CAA3FDB4-1983-9BEF-131D-021953E2F989}"/>
              </a:ext>
            </a:extLst>
          </p:cNvPr>
          <p:cNvSpPr txBox="1"/>
          <p:nvPr/>
        </p:nvSpPr>
        <p:spPr>
          <a:xfrm>
            <a:off x="7267074" y="1579749"/>
            <a:ext cx="4698241" cy="5262979"/>
          </a:xfrm>
          <a:prstGeom prst="rect">
            <a:avLst/>
          </a:prstGeom>
          <a:noFill/>
        </p:spPr>
        <p:txBody>
          <a:bodyPr wrap="square" rtlCol="0">
            <a:spAutoFit/>
          </a:bodyPr>
          <a:lstStyle/>
          <a:p>
            <a:r>
              <a:rPr lang="en-US" sz="2400" dirty="0"/>
              <a:t>There is a positive relationship between delivery distance and delivery time — as distance increases, delivery time also increases. This confirms logical operational dependency.</a:t>
            </a:r>
          </a:p>
          <a:p>
            <a:endParaRPr lang="en-US" sz="2400" dirty="0"/>
          </a:p>
          <a:p>
            <a:r>
              <a:rPr lang="en-US" sz="2400" b="1" dirty="0"/>
              <a:t>Insight:</a:t>
            </a:r>
            <a:br>
              <a:rPr lang="en-US" sz="2400" dirty="0"/>
            </a:br>
            <a:r>
              <a:rPr lang="en-US" sz="2400" dirty="0"/>
              <a:t>Optimizing route planning and clustering orders geographically can reduce delays.</a:t>
            </a:r>
          </a:p>
          <a:p>
            <a:br>
              <a:rPr lang="en-US" sz="2400" dirty="0"/>
            </a:br>
            <a:endParaRPr lang="en-US" sz="2400" dirty="0"/>
          </a:p>
          <a:p>
            <a:endParaRPr lang="en-US" sz="2400" b="1" dirty="0"/>
          </a:p>
        </p:txBody>
      </p:sp>
    </p:spTree>
    <p:extLst>
      <p:ext uri="{BB962C8B-B14F-4D97-AF65-F5344CB8AC3E}">
        <p14:creationId xmlns:p14="http://schemas.microsoft.com/office/powerpoint/2010/main" val="673588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C04BCA08-E5A1-EDAE-E2ED-34302FC72E04}"/>
              </a:ext>
            </a:extLst>
          </p:cNvPr>
          <p:cNvGraphicFramePr>
            <a:graphicFrameLocks/>
          </p:cNvGraphicFramePr>
          <p:nvPr>
            <p:extLst>
              <p:ext uri="{D42A27DB-BD31-4B8C-83A1-F6EECF244321}">
                <p14:modId xmlns:p14="http://schemas.microsoft.com/office/powerpoint/2010/main" val="96055430"/>
              </p:ext>
            </p:extLst>
          </p:nvPr>
        </p:nvGraphicFramePr>
        <p:xfrm>
          <a:off x="481263" y="1652337"/>
          <a:ext cx="6015790" cy="398373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1E7B97E1-91B9-B957-23F1-FF32D84F5304}"/>
              </a:ext>
            </a:extLst>
          </p:cNvPr>
          <p:cNvSpPr txBox="1"/>
          <p:nvPr/>
        </p:nvSpPr>
        <p:spPr>
          <a:xfrm>
            <a:off x="481263" y="737937"/>
            <a:ext cx="10924674" cy="523220"/>
          </a:xfrm>
          <a:prstGeom prst="rect">
            <a:avLst/>
          </a:prstGeom>
          <a:noFill/>
        </p:spPr>
        <p:txBody>
          <a:bodyPr wrap="square" rtlCol="0">
            <a:spAutoFit/>
          </a:bodyPr>
          <a:lstStyle/>
          <a:p>
            <a:r>
              <a:rPr lang="en-US" sz="2800" b="1" dirty="0"/>
              <a:t>What percentage of orders fall under fast, medium, and slow delivery?</a:t>
            </a:r>
          </a:p>
        </p:txBody>
      </p:sp>
      <p:sp>
        <p:nvSpPr>
          <p:cNvPr id="7" name="TextBox 6">
            <a:extLst>
              <a:ext uri="{FF2B5EF4-FFF2-40B4-BE49-F238E27FC236}">
                <a16:creationId xmlns:a16="http://schemas.microsoft.com/office/drawing/2014/main" id="{4549C3CB-A339-178D-29EE-2CE7A401E495}"/>
              </a:ext>
            </a:extLst>
          </p:cNvPr>
          <p:cNvSpPr txBox="1"/>
          <p:nvPr/>
        </p:nvSpPr>
        <p:spPr>
          <a:xfrm>
            <a:off x="6866020" y="1652337"/>
            <a:ext cx="5325979" cy="3785652"/>
          </a:xfrm>
          <a:prstGeom prst="rect">
            <a:avLst/>
          </a:prstGeom>
          <a:noFill/>
        </p:spPr>
        <p:txBody>
          <a:bodyPr wrap="square" rtlCol="0">
            <a:spAutoFit/>
          </a:bodyPr>
          <a:lstStyle/>
          <a:p>
            <a:r>
              <a:rPr lang="en-IN" sz="2400" dirty="0"/>
              <a:t>Majority of deliveries fall under the medium category (~62%), with smaller percentages under fast (~16%) and slow (~21%). This indicates moderate service efficiency overall.</a:t>
            </a:r>
          </a:p>
          <a:p>
            <a:endParaRPr lang="en-IN" sz="2400" dirty="0"/>
          </a:p>
          <a:p>
            <a:r>
              <a:rPr lang="en-IN" sz="2400" b="1" dirty="0"/>
              <a:t>Insight:</a:t>
            </a:r>
            <a:br>
              <a:rPr lang="en-IN" sz="2400" dirty="0"/>
            </a:br>
            <a:r>
              <a:rPr lang="en-IN" sz="2400" dirty="0"/>
              <a:t>Improving medium deliveries into fast deliveries can improve competitive positioning.</a:t>
            </a:r>
          </a:p>
        </p:txBody>
      </p:sp>
    </p:spTree>
    <p:extLst>
      <p:ext uri="{BB962C8B-B14F-4D97-AF65-F5344CB8AC3E}">
        <p14:creationId xmlns:p14="http://schemas.microsoft.com/office/powerpoint/2010/main" val="3170665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8A58014-0525-339A-8F92-EF196DB997F8}"/>
              </a:ext>
            </a:extLst>
          </p:cNvPr>
          <p:cNvSpPr>
            <a:spLocks noGrp="1"/>
          </p:cNvSpPr>
          <p:nvPr>
            <p:ph type="body" sz="quarter" idx="13"/>
          </p:nvPr>
        </p:nvSpPr>
        <p:spPr>
          <a:xfrm>
            <a:off x="445794" y="702130"/>
            <a:ext cx="9613383" cy="664027"/>
          </a:xfrm>
        </p:spPr>
        <p:txBody>
          <a:bodyPr>
            <a:normAutofit/>
          </a:bodyPr>
          <a:lstStyle/>
          <a:p>
            <a:r>
              <a:rPr lang="en-US" sz="2800" b="1" dirty="0"/>
              <a:t>Does faster delivery result in better ratings?</a:t>
            </a:r>
          </a:p>
          <a:p>
            <a:endParaRPr lang="en-IN" sz="2800" dirty="0"/>
          </a:p>
        </p:txBody>
      </p:sp>
      <p:graphicFrame>
        <p:nvGraphicFramePr>
          <p:cNvPr id="5" name="Chart 4">
            <a:extLst>
              <a:ext uri="{FF2B5EF4-FFF2-40B4-BE49-F238E27FC236}">
                <a16:creationId xmlns:a16="http://schemas.microsoft.com/office/drawing/2014/main" id="{F2ADDA32-9294-2263-0EDB-AF6EA91765F0}"/>
              </a:ext>
            </a:extLst>
          </p:cNvPr>
          <p:cNvGraphicFramePr>
            <a:graphicFrameLocks/>
          </p:cNvGraphicFramePr>
          <p:nvPr>
            <p:extLst>
              <p:ext uri="{D42A27DB-BD31-4B8C-83A1-F6EECF244321}">
                <p14:modId xmlns:p14="http://schemas.microsoft.com/office/powerpoint/2010/main" val="1835401175"/>
              </p:ext>
            </p:extLst>
          </p:nvPr>
        </p:nvGraphicFramePr>
        <p:xfrm>
          <a:off x="208547" y="1777212"/>
          <a:ext cx="6924036" cy="3885651"/>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C4BC4517-643E-1E1C-577A-F6E68C2EE288}"/>
              </a:ext>
            </a:extLst>
          </p:cNvPr>
          <p:cNvSpPr txBox="1"/>
          <p:nvPr/>
        </p:nvSpPr>
        <p:spPr>
          <a:xfrm>
            <a:off x="7267074" y="1777212"/>
            <a:ext cx="4716379" cy="4154984"/>
          </a:xfrm>
          <a:prstGeom prst="rect">
            <a:avLst/>
          </a:prstGeom>
          <a:noFill/>
        </p:spPr>
        <p:txBody>
          <a:bodyPr wrap="square" rtlCol="0">
            <a:spAutoFit/>
          </a:bodyPr>
          <a:lstStyle/>
          <a:p>
            <a:r>
              <a:rPr lang="en-US" sz="2400" dirty="0"/>
              <a:t>Analysis shows no strong direct relationship between faster delivery and customer ratings. Ratings appear influenced by additional factors beyond speed.</a:t>
            </a:r>
          </a:p>
          <a:p>
            <a:endParaRPr lang="en-US" sz="2400" dirty="0"/>
          </a:p>
          <a:p>
            <a:r>
              <a:rPr lang="en-US" sz="2400" b="1" dirty="0"/>
              <a:t>Insight:</a:t>
            </a:r>
            <a:br>
              <a:rPr lang="en-US" sz="2400" dirty="0"/>
            </a:br>
            <a:r>
              <a:rPr lang="en-US" sz="2400" dirty="0"/>
              <a:t>Food quality and restaurant performance may impact ratings more than delivery speed alone.</a:t>
            </a:r>
          </a:p>
          <a:p>
            <a:endParaRPr lang="en-IN" sz="2400" dirty="0"/>
          </a:p>
        </p:txBody>
      </p:sp>
    </p:spTree>
    <p:extLst>
      <p:ext uri="{BB962C8B-B14F-4D97-AF65-F5344CB8AC3E}">
        <p14:creationId xmlns:p14="http://schemas.microsoft.com/office/powerpoint/2010/main" val="590840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3009B772-5753-539D-CC39-5E87E77602C0}"/>
              </a:ext>
            </a:extLst>
          </p:cNvPr>
          <p:cNvGraphicFramePr>
            <a:graphicFrameLocks/>
          </p:cNvGraphicFramePr>
          <p:nvPr>
            <p:extLst>
              <p:ext uri="{D42A27DB-BD31-4B8C-83A1-F6EECF244321}">
                <p14:modId xmlns:p14="http://schemas.microsoft.com/office/powerpoint/2010/main" val="3436317605"/>
              </p:ext>
            </p:extLst>
          </p:nvPr>
        </p:nvGraphicFramePr>
        <p:xfrm>
          <a:off x="454872" y="1684420"/>
          <a:ext cx="6951768" cy="4182979"/>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8101E06D-3F55-0A71-E8D5-06FE9E157DF1}"/>
              </a:ext>
            </a:extLst>
          </p:cNvPr>
          <p:cNvSpPr txBox="1"/>
          <p:nvPr/>
        </p:nvSpPr>
        <p:spPr>
          <a:xfrm>
            <a:off x="7724352" y="2570905"/>
            <a:ext cx="4040928" cy="3785652"/>
          </a:xfrm>
          <a:prstGeom prst="rect">
            <a:avLst/>
          </a:prstGeom>
          <a:noFill/>
        </p:spPr>
        <p:txBody>
          <a:bodyPr wrap="square" rtlCol="0">
            <a:spAutoFit/>
          </a:bodyPr>
          <a:lstStyle/>
          <a:p>
            <a:r>
              <a:rPr lang="en-US" sz="2400" dirty="0"/>
              <a:t>Bangalore has the highest average customer rating, while Pune records comparatively lower ratings, indicating regional variation in service quality.</a:t>
            </a:r>
          </a:p>
          <a:p>
            <a:endParaRPr lang="en-US" sz="2400" dirty="0"/>
          </a:p>
          <a:p>
            <a:r>
              <a:rPr lang="en-US" sz="2400" b="1" dirty="0"/>
              <a:t>Insight:</a:t>
            </a:r>
            <a:br>
              <a:rPr lang="en-US" sz="2400" dirty="0"/>
            </a:br>
            <a:r>
              <a:rPr lang="en-US" sz="2400" dirty="0"/>
              <a:t>Service improvement initiatives should prioritize Pune.</a:t>
            </a:r>
          </a:p>
          <a:p>
            <a:endParaRPr lang="en-IN" sz="2400" dirty="0"/>
          </a:p>
        </p:txBody>
      </p:sp>
      <p:sp>
        <p:nvSpPr>
          <p:cNvPr id="12" name="TextBox 11">
            <a:extLst>
              <a:ext uri="{FF2B5EF4-FFF2-40B4-BE49-F238E27FC236}">
                <a16:creationId xmlns:a16="http://schemas.microsoft.com/office/drawing/2014/main" id="{5D360C09-27C0-81D8-6CD5-06E5A6BB2C3C}"/>
              </a:ext>
            </a:extLst>
          </p:cNvPr>
          <p:cNvSpPr txBox="1"/>
          <p:nvPr/>
        </p:nvSpPr>
        <p:spPr>
          <a:xfrm>
            <a:off x="7724352" y="1441650"/>
            <a:ext cx="3749040" cy="830997"/>
          </a:xfrm>
          <a:prstGeom prst="rect">
            <a:avLst/>
          </a:prstGeom>
          <a:noFill/>
        </p:spPr>
        <p:txBody>
          <a:bodyPr wrap="square" rtlCol="0">
            <a:spAutoFit/>
          </a:bodyPr>
          <a:lstStyle/>
          <a:p>
            <a:r>
              <a:rPr lang="en-US" sz="2400" b="1" dirty="0"/>
              <a:t> How do customer ratings vary across cities?</a:t>
            </a:r>
          </a:p>
        </p:txBody>
      </p:sp>
      <p:sp>
        <p:nvSpPr>
          <p:cNvPr id="13" name="TextBox 12">
            <a:extLst>
              <a:ext uri="{FF2B5EF4-FFF2-40B4-BE49-F238E27FC236}">
                <a16:creationId xmlns:a16="http://schemas.microsoft.com/office/drawing/2014/main" id="{BFC037E3-FB08-8099-3CBF-1B5E9F4A368B}"/>
              </a:ext>
            </a:extLst>
          </p:cNvPr>
          <p:cNvSpPr txBox="1"/>
          <p:nvPr/>
        </p:nvSpPr>
        <p:spPr>
          <a:xfrm>
            <a:off x="3298296" y="-175286"/>
            <a:ext cx="6446520" cy="830997"/>
          </a:xfrm>
          <a:prstGeom prst="rect">
            <a:avLst/>
          </a:prstGeom>
          <a:noFill/>
        </p:spPr>
        <p:txBody>
          <a:bodyPr wrap="square" rtlCol="0">
            <a:spAutoFit/>
          </a:bodyPr>
          <a:lstStyle/>
          <a:p>
            <a:r>
              <a:rPr lang="en-IN" sz="4800" b="1" dirty="0">
                <a:latin typeface="Algerian" panose="04020705040A02060702" pitchFamily="82" charset="0"/>
              </a:rPr>
              <a:t>DASHBOARD 3</a:t>
            </a:r>
          </a:p>
        </p:txBody>
      </p:sp>
      <p:sp>
        <p:nvSpPr>
          <p:cNvPr id="14" name="TextBox 13">
            <a:extLst>
              <a:ext uri="{FF2B5EF4-FFF2-40B4-BE49-F238E27FC236}">
                <a16:creationId xmlns:a16="http://schemas.microsoft.com/office/drawing/2014/main" id="{9BA03569-5E14-DE20-9D46-607D6C1C54E7}"/>
              </a:ext>
            </a:extLst>
          </p:cNvPr>
          <p:cNvSpPr txBox="1"/>
          <p:nvPr/>
        </p:nvSpPr>
        <p:spPr>
          <a:xfrm>
            <a:off x="2447184" y="656819"/>
            <a:ext cx="9585960" cy="1200329"/>
          </a:xfrm>
          <a:prstGeom prst="rect">
            <a:avLst/>
          </a:prstGeom>
          <a:noFill/>
        </p:spPr>
        <p:txBody>
          <a:bodyPr wrap="square" rtlCol="0">
            <a:spAutoFit/>
          </a:bodyPr>
          <a:lstStyle/>
          <a:p>
            <a:r>
              <a:rPr lang="en-IN" sz="3600" b="1" dirty="0">
                <a:latin typeface="+mj-lt"/>
              </a:rPr>
              <a:t>Customer &amp; Restaurant Insights</a:t>
            </a:r>
          </a:p>
          <a:p>
            <a:endParaRPr lang="en-IN" sz="3600" dirty="0">
              <a:latin typeface="+mj-lt"/>
            </a:endParaRPr>
          </a:p>
        </p:txBody>
      </p:sp>
    </p:spTree>
    <p:extLst>
      <p:ext uri="{BB962C8B-B14F-4D97-AF65-F5344CB8AC3E}">
        <p14:creationId xmlns:p14="http://schemas.microsoft.com/office/powerpoint/2010/main" val="1426962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378E785-36E6-6915-E45C-243583825004}"/>
              </a:ext>
            </a:extLst>
          </p:cNvPr>
          <p:cNvSpPr>
            <a:spLocks noGrp="1"/>
          </p:cNvSpPr>
          <p:nvPr>
            <p:ph type="body" sz="quarter" idx="12"/>
          </p:nvPr>
        </p:nvSpPr>
        <p:spPr>
          <a:xfrm>
            <a:off x="609600" y="586828"/>
            <a:ext cx="9098279" cy="890909"/>
          </a:xfrm>
        </p:spPr>
        <p:txBody>
          <a:bodyPr>
            <a:normAutofit/>
          </a:bodyPr>
          <a:lstStyle/>
          <a:p>
            <a:r>
              <a:rPr lang="en-US" b="1" dirty="0"/>
              <a:t>What is the relationship between delivery time and customer ratings?</a:t>
            </a:r>
          </a:p>
          <a:p>
            <a:endParaRPr lang="en-US" dirty="0"/>
          </a:p>
          <a:p>
            <a:endParaRPr lang="en-IN" dirty="0"/>
          </a:p>
        </p:txBody>
      </p:sp>
      <p:sp>
        <p:nvSpPr>
          <p:cNvPr id="9" name="TextBox 8">
            <a:extLst>
              <a:ext uri="{FF2B5EF4-FFF2-40B4-BE49-F238E27FC236}">
                <a16:creationId xmlns:a16="http://schemas.microsoft.com/office/drawing/2014/main" id="{B5B0A46A-08ED-77C0-1C6B-94DE01AAEE8C}"/>
              </a:ext>
            </a:extLst>
          </p:cNvPr>
          <p:cNvSpPr txBox="1"/>
          <p:nvPr/>
        </p:nvSpPr>
        <p:spPr>
          <a:xfrm>
            <a:off x="6416040" y="922108"/>
            <a:ext cx="5775960" cy="6740307"/>
          </a:xfrm>
          <a:prstGeom prst="rect">
            <a:avLst/>
          </a:prstGeom>
          <a:noFill/>
        </p:spPr>
        <p:txBody>
          <a:bodyPr wrap="square" rtlCol="0">
            <a:spAutoFit/>
          </a:bodyPr>
          <a:lstStyle/>
          <a:p>
            <a:r>
              <a:rPr lang="en-US" sz="2400" dirty="0"/>
              <a:t>Analysis shows no strong linear relationship between delivery time and customer ratings. Even when delivery time increases, ratings do not consistently drop. This indicates that customer satisfaction is influenced by multiple factors beyond delivery speed.</a:t>
            </a:r>
          </a:p>
          <a:p>
            <a:br>
              <a:rPr lang="en-US" sz="2400" dirty="0"/>
            </a:br>
            <a:endParaRPr lang="en-US" sz="2400" dirty="0"/>
          </a:p>
          <a:p>
            <a:r>
              <a:rPr lang="en-US" sz="2400" b="1" dirty="0"/>
              <a:t>Business Insight:</a:t>
            </a:r>
          </a:p>
          <a:p>
            <a:r>
              <a:rPr lang="en-US" sz="2400" dirty="0"/>
              <a:t>Food quality and restaurant experience likely play a larger role in rating decisions.</a:t>
            </a:r>
          </a:p>
          <a:p>
            <a:r>
              <a:rPr lang="en-US" sz="2400" dirty="0"/>
              <a:t>Delivery speed alone cannot guarantee higher ratings.</a:t>
            </a:r>
          </a:p>
          <a:p>
            <a:r>
              <a:rPr lang="en-US" sz="2400" dirty="0"/>
              <a:t>Improving restaurant consistency may yield better customer satisfaction than only focusing on speed.</a:t>
            </a:r>
          </a:p>
          <a:p>
            <a:br>
              <a:rPr lang="en-US" sz="2400" dirty="0"/>
            </a:br>
            <a:endParaRPr lang="en-IN" sz="2400" dirty="0"/>
          </a:p>
        </p:txBody>
      </p:sp>
      <p:graphicFrame>
        <p:nvGraphicFramePr>
          <p:cNvPr id="10" name="Chart 9">
            <a:extLst>
              <a:ext uri="{FF2B5EF4-FFF2-40B4-BE49-F238E27FC236}">
                <a16:creationId xmlns:a16="http://schemas.microsoft.com/office/drawing/2014/main" id="{3009B772-5753-539D-CC39-5E87E77602C0}"/>
              </a:ext>
            </a:extLst>
          </p:cNvPr>
          <p:cNvGraphicFramePr>
            <a:graphicFrameLocks/>
          </p:cNvGraphicFramePr>
          <p:nvPr>
            <p:extLst>
              <p:ext uri="{D42A27DB-BD31-4B8C-83A1-F6EECF244321}">
                <p14:modId xmlns:p14="http://schemas.microsoft.com/office/powerpoint/2010/main" val="1785865158"/>
              </p:ext>
            </p:extLst>
          </p:nvPr>
        </p:nvGraphicFramePr>
        <p:xfrm>
          <a:off x="683472" y="1477736"/>
          <a:ext cx="5549687" cy="452682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6714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FA2CAE2B-195C-C8C5-CC24-60110F4FBFB2}"/>
              </a:ext>
            </a:extLst>
          </p:cNvPr>
          <p:cNvGraphicFramePr>
            <a:graphicFrameLocks/>
          </p:cNvGraphicFramePr>
          <p:nvPr>
            <p:extLst>
              <p:ext uri="{D42A27DB-BD31-4B8C-83A1-F6EECF244321}">
                <p14:modId xmlns:p14="http://schemas.microsoft.com/office/powerpoint/2010/main" val="2053416986"/>
              </p:ext>
            </p:extLst>
          </p:nvPr>
        </p:nvGraphicFramePr>
        <p:xfrm>
          <a:off x="19540" y="1828911"/>
          <a:ext cx="6736080" cy="362024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2CF6C28F-477A-51CC-F58B-60738F6F8411}"/>
              </a:ext>
            </a:extLst>
          </p:cNvPr>
          <p:cNvSpPr txBox="1"/>
          <p:nvPr/>
        </p:nvSpPr>
        <p:spPr>
          <a:xfrm>
            <a:off x="7178040" y="1417320"/>
            <a:ext cx="5013960" cy="3416320"/>
          </a:xfrm>
          <a:prstGeom prst="rect">
            <a:avLst/>
          </a:prstGeom>
          <a:noFill/>
        </p:spPr>
        <p:txBody>
          <a:bodyPr wrap="square" rtlCol="0">
            <a:spAutoFit/>
          </a:bodyPr>
          <a:lstStyle/>
          <a:p>
            <a:br>
              <a:rPr lang="en-US" sz="2400" dirty="0"/>
            </a:br>
            <a:r>
              <a:rPr lang="en-US" sz="2400" dirty="0"/>
              <a:t>Based on lower ratings and performance indicators, Pune should be prioritized for operational improvements.</a:t>
            </a:r>
          </a:p>
          <a:p>
            <a:endParaRPr lang="en-US" sz="2400" dirty="0"/>
          </a:p>
          <a:p>
            <a:r>
              <a:rPr lang="en-US" sz="2400" b="1" dirty="0"/>
              <a:t>Insight:</a:t>
            </a:r>
            <a:br>
              <a:rPr lang="en-US" sz="2400" dirty="0"/>
            </a:br>
            <a:r>
              <a:rPr lang="en-US" sz="2400" dirty="0"/>
              <a:t>Focused operational audits and customer feedback analysis required in Pune.</a:t>
            </a:r>
          </a:p>
        </p:txBody>
      </p:sp>
      <p:sp>
        <p:nvSpPr>
          <p:cNvPr id="7" name="TextBox 6">
            <a:extLst>
              <a:ext uri="{FF2B5EF4-FFF2-40B4-BE49-F238E27FC236}">
                <a16:creationId xmlns:a16="http://schemas.microsoft.com/office/drawing/2014/main" id="{31EF992B-2DF3-6E46-71BB-0DB34A03892D}"/>
              </a:ext>
            </a:extLst>
          </p:cNvPr>
          <p:cNvSpPr txBox="1"/>
          <p:nvPr/>
        </p:nvSpPr>
        <p:spPr>
          <a:xfrm>
            <a:off x="304800" y="624840"/>
            <a:ext cx="8778240" cy="523220"/>
          </a:xfrm>
          <a:prstGeom prst="rect">
            <a:avLst/>
          </a:prstGeom>
          <a:noFill/>
        </p:spPr>
        <p:txBody>
          <a:bodyPr wrap="square" rtlCol="0">
            <a:spAutoFit/>
          </a:bodyPr>
          <a:lstStyle/>
          <a:p>
            <a:r>
              <a:rPr lang="en-US" sz="2800" b="1" dirty="0"/>
              <a:t>Which city should be prioritized for service improvement?</a:t>
            </a:r>
          </a:p>
        </p:txBody>
      </p:sp>
    </p:spTree>
    <p:extLst>
      <p:ext uri="{BB962C8B-B14F-4D97-AF65-F5344CB8AC3E}">
        <p14:creationId xmlns:p14="http://schemas.microsoft.com/office/powerpoint/2010/main" val="1697134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0B5F166E-72EF-4DA5-8E1B-6EEAF19979D2}"/>
              </a:ext>
            </a:extLst>
          </p:cNvPr>
          <p:cNvSpPr>
            <a:spLocks noGrp="1"/>
          </p:cNvSpPr>
          <p:nvPr>
            <p:ph type="body" sz="quarter" idx="12"/>
          </p:nvPr>
        </p:nvSpPr>
        <p:spPr>
          <a:xfrm>
            <a:off x="870108" y="416781"/>
            <a:ext cx="4609760" cy="890909"/>
          </a:xfrm>
        </p:spPr>
        <p:txBody>
          <a:bodyPr>
            <a:normAutofit/>
          </a:bodyPr>
          <a:lstStyle/>
          <a:p>
            <a:r>
              <a:rPr lang="en-IN" sz="4400" dirty="0">
                <a:latin typeface="+mj-lt"/>
              </a:rPr>
              <a:t>Conclusion :</a:t>
            </a:r>
          </a:p>
        </p:txBody>
      </p:sp>
      <p:sp>
        <p:nvSpPr>
          <p:cNvPr id="9" name="TextBox 8">
            <a:extLst>
              <a:ext uri="{FF2B5EF4-FFF2-40B4-BE49-F238E27FC236}">
                <a16:creationId xmlns:a16="http://schemas.microsoft.com/office/drawing/2014/main" id="{080D516F-236A-CA6A-6DCE-B7F4F686E666}"/>
              </a:ext>
            </a:extLst>
          </p:cNvPr>
          <p:cNvSpPr txBox="1"/>
          <p:nvPr/>
        </p:nvSpPr>
        <p:spPr>
          <a:xfrm>
            <a:off x="474242" y="1307690"/>
            <a:ext cx="10011252" cy="584775"/>
          </a:xfrm>
          <a:prstGeom prst="rect">
            <a:avLst/>
          </a:prstGeom>
          <a:noFill/>
        </p:spPr>
        <p:txBody>
          <a:bodyPr wrap="square" rtlCol="0">
            <a:spAutoFit/>
          </a:bodyPr>
          <a:lstStyle/>
          <a:p>
            <a:r>
              <a:rPr lang="en-US" sz="3200" dirty="0"/>
              <a:t>Key Business Insights &amp; Strategic Recommendations :</a:t>
            </a:r>
            <a:endParaRPr lang="en-IN" sz="3200" dirty="0"/>
          </a:p>
        </p:txBody>
      </p:sp>
      <p:sp>
        <p:nvSpPr>
          <p:cNvPr id="10" name="TextBox 9">
            <a:extLst>
              <a:ext uri="{FF2B5EF4-FFF2-40B4-BE49-F238E27FC236}">
                <a16:creationId xmlns:a16="http://schemas.microsoft.com/office/drawing/2014/main" id="{782F13B2-A15F-AE5E-A8AB-2B4AF38D6E98}"/>
              </a:ext>
            </a:extLst>
          </p:cNvPr>
          <p:cNvSpPr txBox="1"/>
          <p:nvPr/>
        </p:nvSpPr>
        <p:spPr>
          <a:xfrm>
            <a:off x="474242" y="2164080"/>
            <a:ext cx="10178518" cy="3939540"/>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sz="2800" dirty="0"/>
              <a:t>Hyderabad drives demand but faces delivery delays</a:t>
            </a:r>
          </a:p>
          <a:p>
            <a:pPr marL="285750" indent="-285750">
              <a:buFont typeface="Arial" panose="020B0604020202020204" pitchFamily="34" charset="0"/>
              <a:buChar char="•"/>
            </a:pPr>
            <a:r>
              <a:rPr lang="en-US" sz="2800" dirty="0"/>
              <a:t>Bangalore leads in revenue &amp; customer ratings</a:t>
            </a:r>
          </a:p>
          <a:p>
            <a:pPr marL="285750" indent="-285750">
              <a:buFont typeface="Arial" panose="020B0604020202020204" pitchFamily="34" charset="0"/>
              <a:buChar char="•"/>
            </a:pPr>
            <a:r>
              <a:rPr lang="en-US" sz="2800" dirty="0"/>
              <a:t>Pizza category dominates customer preference</a:t>
            </a:r>
          </a:p>
          <a:p>
            <a:pPr marL="285750" indent="-285750">
              <a:buFont typeface="Arial" panose="020B0604020202020204" pitchFamily="34" charset="0"/>
              <a:buChar char="•"/>
            </a:pPr>
            <a:r>
              <a:rPr lang="en-US" sz="2800" dirty="0"/>
              <a:t>Delivery speed alone does not guarantee higher ratings</a:t>
            </a:r>
          </a:p>
          <a:p>
            <a:pPr marL="285750" indent="-285750">
              <a:buFont typeface="Arial" panose="020B0604020202020204" pitchFamily="34" charset="0"/>
              <a:buChar char="•"/>
            </a:pPr>
            <a:r>
              <a:rPr lang="en-US" sz="2800" dirty="0"/>
              <a:t>Pune requires immediate service improvement focus</a:t>
            </a:r>
          </a:p>
          <a:p>
            <a:pPr marL="285750" indent="-285750">
              <a:buFont typeface="Arial" panose="020B0604020202020204" pitchFamily="34" charset="0"/>
              <a:buChar char="•"/>
            </a:pPr>
            <a:endParaRPr lang="en-US" sz="2800" dirty="0"/>
          </a:p>
          <a:p>
            <a:r>
              <a:rPr lang="en-US" dirty="0"/>
              <a:t>“</a:t>
            </a:r>
            <a:r>
              <a:rPr lang="en-US" sz="3200" dirty="0"/>
              <a:t>Balanced focus on demand growth and operational efficiency is essential for sustainable performance</a:t>
            </a:r>
            <a:r>
              <a:rPr lang="en-US" dirty="0"/>
              <a:t>.”</a:t>
            </a:r>
            <a:endParaRPr lang="en-IN" dirty="0"/>
          </a:p>
        </p:txBody>
      </p:sp>
    </p:spTree>
    <p:extLst>
      <p:ext uri="{BB962C8B-B14F-4D97-AF65-F5344CB8AC3E}">
        <p14:creationId xmlns:p14="http://schemas.microsoft.com/office/powerpoint/2010/main" val="529149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Diagonal Corners Rounded 5">
            <a:extLst>
              <a:ext uri="{FF2B5EF4-FFF2-40B4-BE49-F238E27FC236}">
                <a16:creationId xmlns:a16="http://schemas.microsoft.com/office/drawing/2014/main" id="{8416C0E2-00E1-C83A-C086-16736C66F138}"/>
              </a:ext>
            </a:extLst>
          </p:cNvPr>
          <p:cNvSpPr/>
          <p:nvPr/>
        </p:nvSpPr>
        <p:spPr>
          <a:xfrm>
            <a:off x="1615440" y="990600"/>
            <a:ext cx="8976360" cy="5059680"/>
          </a:xfrm>
          <a:prstGeom prst="round2DiagRect">
            <a:avLst/>
          </a:prstGeom>
          <a:scene3d>
            <a:camera prst="orthographicFront"/>
            <a:lightRig rig="threePt" dir="t"/>
          </a:scene3d>
          <a:sp3d>
            <a:bevelT prst="relaxedInse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t>T</a:t>
            </a:r>
          </a:p>
        </p:txBody>
      </p:sp>
      <p:sp>
        <p:nvSpPr>
          <p:cNvPr id="7" name="TextBox 6">
            <a:extLst>
              <a:ext uri="{FF2B5EF4-FFF2-40B4-BE49-F238E27FC236}">
                <a16:creationId xmlns:a16="http://schemas.microsoft.com/office/drawing/2014/main" id="{C8DE42E8-9FBB-0E9F-CEAA-5B9F3A1ED541}"/>
              </a:ext>
            </a:extLst>
          </p:cNvPr>
          <p:cNvSpPr txBox="1"/>
          <p:nvPr/>
        </p:nvSpPr>
        <p:spPr>
          <a:xfrm>
            <a:off x="3368040" y="2385030"/>
            <a:ext cx="6141720" cy="1569660"/>
          </a:xfrm>
          <a:prstGeom prst="rect">
            <a:avLst/>
          </a:prstGeom>
          <a:noFill/>
        </p:spPr>
        <p:txBody>
          <a:bodyPr wrap="square" rtlCol="0">
            <a:spAutoFit/>
          </a:bodyPr>
          <a:lstStyle/>
          <a:p>
            <a:r>
              <a:rPr lang="en-IN" sz="9600" dirty="0">
                <a:latin typeface="Edwardian Script ITC" panose="030303020407070D0804" pitchFamily="66" charset="0"/>
              </a:rPr>
              <a:t>Thank You</a:t>
            </a:r>
          </a:p>
        </p:txBody>
      </p:sp>
    </p:spTree>
    <p:extLst>
      <p:ext uri="{BB962C8B-B14F-4D97-AF65-F5344CB8AC3E}">
        <p14:creationId xmlns:p14="http://schemas.microsoft.com/office/powerpoint/2010/main" val="3913068157"/>
      </p:ext>
    </p:extLst>
  </p:cSld>
  <p:clrMapOvr>
    <a:masterClrMapping/>
  </p:clrMapOvr>
</p:sld>
</file>

<file path=ppt/theme/theme1.xml><?xml version="1.0" encoding="utf-8"?>
<a:theme xmlns:a="http://schemas.openxmlformats.org/drawingml/2006/main" name="Custom">
  <a:themeElements>
    <a:clrScheme name="Custom 224">
      <a:dk1>
        <a:sysClr val="windowText" lastClr="000000"/>
      </a:dk1>
      <a:lt1>
        <a:sysClr val="window" lastClr="FFFFFF"/>
      </a:lt1>
      <a:dk2>
        <a:srgbClr val="0E2841"/>
      </a:dk2>
      <a:lt2>
        <a:srgbClr val="E8E8E8"/>
      </a:lt2>
      <a:accent1>
        <a:srgbClr val="737C54"/>
      </a:accent1>
      <a:accent2>
        <a:srgbClr val="BDB5A2"/>
      </a:accent2>
      <a:accent3>
        <a:srgbClr val="4D4247"/>
      </a:accent3>
      <a:accent4>
        <a:srgbClr val="DEC8C9"/>
      </a:accent4>
      <a:accent5>
        <a:srgbClr val="6D7383"/>
      </a:accent5>
      <a:accent6>
        <a:srgbClr val="958381"/>
      </a:accent6>
      <a:hlink>
        <a:srgbClr val="467886"/>
      </a:hlink>
      <a:folHlink>
        <a:srgbClr val="96607D"/>
      </a:folHlink>
    </a:clrScheme>
    <a:fontScheme name="Custom 166">
      <a:majorFont>
        <a:latin typeface="Chamberi Super Display"/>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oodScrapbook_Win32_SL_V5" id="{0AA88523-B83D-4B3B-A0FD-B36C0C47AAAA}" vid="{64FE718D-A302-4E96-BFCA-81CBB8AD7C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C1F3AC-182C-4744-84BA-9B28F56022D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7458EF5-D8DC-4F71-8CC9-369D1AA91F9D}">
  <ds:schemaRefs>
    <ds:schemaRef ds:uri="http://schemas.microsoft.com/sharepoint/v3/contenttype/forms"/>
  </ds:schemaRefs>
</ds:datastoreItem>
</file>

<file path=customXml/itemProps3.xml><?xml version="1.0" encoding="utf-8"?>
<ds:datastoreItem xmlns:ds="http://schemas.openxmlformats.org/officeDocument/2006/customXml" ds:itemID="{A973A56F-6BA6-4341-A4BD-D30C8B6C40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Favorite local foods album</Template>
  <TotalTime>202</TotalTime>
  <Words>826</Words>
  <Application>Microsoft Office PowerPoint</Application>
  <PresentationFormat>Widescreen</PresentationFormat>
  <Paragraphs>113</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ADLaM Display</vt:lpstr>
      <vt:lpstr>Algerian</vt:lpstr>
      <vt:lpstr>Aptos</vt:lpstr>
      <vt:lpstr>Arial</vt:lpstr>
      <vt:lpstr>Chamberi Super Display</vt:lpstr>
      <vt:lpstr>Edwardian Script ITC</vt:lpstr>
      <vt:lpstr>Gill Sans Nova Light</vt:lpstr>
      <vt:lpstr>Custom</vt:lpstr>
      <vt:lpstr>PowerPoint Presentation</vt:lpstr>
      <vt:lpstr>Swiggy Sales &amp; Revenue Overview </vt:lpstr>
      <vt:lpstr>PowerPoint Presentation</vt:lpstr>
      <vt:lpstr>PowerPoint Presentation</vt:lpstr>
      <vt:lpstr>Which restaurant generates the highest revenue?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SARANYA POLAVARAPU</dc:creator>
  <cp:lastModifiedBy>SARANYA POLAVARAPU</cp:lastModifiedBy>
  <cp:revision>1</cp:revision>
  <dcterms:created xsi:type="dcterms:W3CDTF">2026-02-15T13:33:13Z</dcterms:created>
  <dcterms:modified xsi:type="dcterms:W3CDTF">2026-02-15T16:55:31Z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